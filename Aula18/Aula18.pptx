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LangChain no Front-end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Introduzir o LangChain como orquestrador de pipelines de IA, entender chains, tools e agents, e mostrar como visualizar o raciocínio do modelo na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 da transparência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caixa preta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Usuário não sabe se o modelo leu tudo ou por que concluiu algo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Transparência real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Mostrar como o modelo chegou à resposta, não só um score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 papel do LangChain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Orquestra o pipeline e expõe cada etapa ao front-end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o LangChain resolve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Composição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Encadeia chamadas ao modelo — saída de uma alimenta a próxima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O modelo decide chamar funções externas quando precisa de dados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Memória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Histórico de conversa sem gerenciar session_state manualmente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anatomia de uma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prompt | modelo | parser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O operador | encadeia as etapas de forma direta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chain.invoke(...)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Executa a chain inteira com uma única chamada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chain.stream(...)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Retorna um gerador para exibir token a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— o modelo usando ferramentas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@tool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Define funções que o modelo pode decidir chamar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AgentExecutor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Executa o agente com as ferramentas disponíveis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verbose=True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Mostra cada decisão: qual tool, qual argumento, qual resultado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Visualizando o raciocínio no front-end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BaseCallbackHandler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Captura eventos do agente em tempo real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on_tool_start / on_tool_end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Registra qual ferramenta foi chamada e o resultado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Duas colunas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Raciocínio à esquerda, resposta final à direita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efeito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Usuário vê o passo a passo antes da resposta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output — resposta tipada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BaseModel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Define o schema exato da resposta esperada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with_structured_output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Garante que o modelo siga o schema Pydantic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No Streamlit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Acessa campos tipados direto, sem parsear texto livre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LangChain — Documentação</a:t>
            </a:r>
          </a:p>
          <a:p>
            <a:r>
              <a:t>python.langchain.com</a:t>
            </a:r>
          </a:p>
          <a:p>
            <a:r>
              <a:t>LangChain — Tools</a:t>
            </a:r>
          </a:p>
          <a:p>
            <a:r>
              <a:t>python.langchain.com</a:t>
            </a:r>
          </a:p>
          <a:p>
            <a:r>
              <a:t>LangChain — Streaming</a:t>
            </a:r>
          </a:p>
          <a:p>
            <a:r>
              <a:t>python.langchain.com</a:t>
            </a:r>
          </a:p>
          <a:p>
            <a:r>
              <a:t>Anthropic — Tool Use</a:t>
            </a:r>
          </a:p>
          <a:p>
            <a:r>
              <a:t>docs.anthropic.com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Docker — Containerizando o App de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