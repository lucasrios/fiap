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Mobile: PWA com o que Você Já 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Transformar os apps Streamlit e Gradio em Progressive Web Apps instaláveis na tela inicial, sem loja de apps. Entender o que um PWA é e o que ele não 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mobile do dev de 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experiência ruim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Interface não responsiva, sem ícone, barra do browser ocupando espaço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Opções tradicionais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App nativo ou React Native/Flutter abandonam a stack Python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 caminho do meio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PWA: pequenas adições e o app se comporta como nativo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PWA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HTTPS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Comunicação segura — já cumprido pelo deploy da Aula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Web App Manifest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JSON com nome, ícone, cor e modo de exibição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Service Worker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Script em background que habilita cache e modo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o PWA oferece e o que não oferece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Oferece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Instalável, tela cheia, splash screen, notificações push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Não oferece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Bluetooth, NFC, suporte completo no iOS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Limite do iOS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Push notification só a partir do iOS 16.4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PWA com Streamlit e Gradio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Streamlit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components.html injeta manifest e registra o service worker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Desafio do Streamlit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Serve estáticos de um diretório específico — precisa de proxy Nginx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Gradio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head= no gr.Blocks injeta os metadados PWA diretamente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manifest e o service worker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display: standalone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Abre sem barra do browser, como app nativo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icons 192/512px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Tamanhos mínimos exigidos para instalação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Cache de estáticos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Service worker cacheia apenas assets, não a API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Regra crítica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Nunca intercepte chamadas /v1/ — evita respostas antigas do modelo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Nginx como proxy e teste do PWA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Nginx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Serve manifest.json, sw.js e ícones; encaminha o resto ao Streamlit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Chrome DevTools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Aba Application verifica manifest e service worker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Lighthouse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Score 100% nos critérios de PWA para ser instalável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MDN — Progressive Web Apps</a:t>
            </a:r>
          </a:p>
          <a:p>
            <a:r>
              <a:t>developer.mozilla.org</a:t>
            </a:r>
          </a:p>
          <a:p>
            <a:r>
              <a:t>web.dev — PWA</a:t>
            </a:r>
          </a:p>
          <a:p>
            <a:r>
              <a:t>web.dev</a:t>
            </a:r>
          </a:p>
          <a:p>
            <a:r>
              <a:t>Maskable Icons</a:t>
            </a:r>
          </a:p>
          <a:p>
            <a:r>
              <a:t>maskable.app</a:t>
            </a:r>
          </a:p>
          <a:p>
            <a:r>
              <a:t>Lighthouse</a:t>
            </a:r>
          </a:p>
          <a:p>
            <a:r>
              <a:t>developer.chrome.com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Mobile — Além do PWA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