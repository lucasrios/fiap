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Showcase: Apresentação Final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Demonstrar os projetos finais do semestre — front-end, back-end, deploy em produção e documentação — num formato que simula uma apresentação técnica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este semestre construiu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Aulas 1-4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FastAPI separando front do back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Aulas 5-7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Observabilidade com LangSmith e orquestração com LangChain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Aulas 8-13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Containerização, deploy AWS com HTTPS e mobile (PWA e além)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Estrutura da apresentação (20 minutos)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0-3 min — Problema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Qual problema resolve, para quem, por que 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3-10 min — Demo ao vivo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URL de produção, fluxo principal, erro tratado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10-15 min — Arquitetura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Diagrama de componentes e um trace real no LangSmith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15-20 min — Código e retro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Um trecho que orgulha e o que fariam diferente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avaliação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Front + Back (40%)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App funcional; provider desacoplado, API versionada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Deploy + Observabilidade (35%)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URL pública com HTTPS; trace real no LangSmith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Código e apresentação (25%)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Arquitetura modular; clareza na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pré-apresentação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Deploy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URL de produção, HTTPS ativo, secrets na plataforma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Código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.gitignore correto, README claro, sem TODO ou print de debug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Observabilidade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LangSmith aberto, trace recente pronto para mostrar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torna uma demo memorável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Mostre um erro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 como ele é tratado — não só o caminho feliz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Fale do que não fez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Decisões têm contexto; contexto é engenharia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Abra o LangSmith ao vivo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Requisição real, trace gerado na hora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Depois do showcase — o portfólio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GitHub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README com badges, arquitetura, link de produção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LinkedIn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Post de lançamento com stack e o que o projeto faz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Currículo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Descrição com as palavras usadas em vagas de ML Engineer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Print do LangSmith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Prova visual de observabilidade no README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Semantic Versioning</a:t>
            </a:r>
          </a:p>
          <a:p>
            <a:r>
              <a:t>semver.org</a:t>
            </a:r>
          </a:p>
          <a:p>
            <a:r>
              <a:t>The Twelve-Factor App</a:t>
            </a:r>
          </a:p>
          <a:p>
            <a:r>
              <a:t>12factor.net</a:t>
            </a:r>
          </a:p>
          <a:p>
            <a:r>
              <a:t>Google Engineering Practices</a:t>
            </a:r>
          </a:p>
          <a:p>
            <a:r>
              <a:t>google.github.io/eng-practices</a:t>
            </a:r>
          </a:p>
          <a:p>
            <a:r>
              <a:t>Chip Huyen — ML Interviews Book</a:t>
            </a:r>
          </a:p>
          <a:p>
            <a:r>
              <a:t>huyenchip.com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Fim do Semestre 2 — Front-end de IA em Produção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