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  <p:sldId id="266" r:id="rId11"/>
    <p:sldId id="267" r:id="rId10"/>
    <p:sldId id="268" r:id="rId9"/>
    <p:sldId id="269" r:id="rId8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Revisão e APIs para Front-enders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da aula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Consolidar o que foi construído no Semestre 1, apresentar o arco do Semestre 2 e revisitar conceitos de API com os olhos de quem constrói front-end de aplicações de 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construímos no Semestre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Aulas 01–04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01 · Streamlit — o ciclo de re-run</a:t>
            </a:r>
          </a:p>
          <a:p>
            <a:r>
              <a:t>02 · UX para IA — transparência e latência</a:t>
            </a:r>
          </a:p>
          <a:p>
            <a:r>
              <a:t>03 · st.session_state e callbacks</a:t>
            </a:r>
          </a:p>
          <a:p>
            <a:r>
              <a:t>04 · Visualização de dados interativa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Aulas 05–07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05 · Cache e performance</a:t>
            </a:r>
          </a:p>
          <a:p>
            <a:r>
              <a:t>06 · Arquitetura modular (Feature-First)</a:t>
            </a:r>
          </a:p>
          <a:p>
            <a:r>
              <a:t>07 · Autenticação e RBAC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Aulas 08–10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08 · Gradio — introdução</a:t>
            </a:r>
          </a:p>
          <a:p>
            <a:r>
              <a:t>09 · Gradio — streaming e UX</a:t>
            </a:r>
          </a:p>
          <a:p>
            <a:r>
              <a:t>10 · Workshop de gráficos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vem no Semestre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Front ↔ Back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Como o front-end conversa com o back-end?</a:t>
            </a:r>
          </a:p>
          <a:p>
            <a:r>
              <a:t>Streamlit e Gradio prototipam; em produção o front chama uma API.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Observabilidade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O que acontece depois que o usuário clica?</a:t>
            </a:r>
          </a:p>
          <a:p>
            <a:r>
              <a:t>Latência, tokens e erros silenciosos vivem numa caixa preta sem instrumentação.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Deploy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Como chego do meu computador ao celular do usuário?</a:t>
            </a:r>
          </a:p>
          <a:p>
            <a:r>
              <a:t>Docker, cloud, PWA — o produto não termina no streamlit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uma API, de verdade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Um contrato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Um lado oferece capacidades, o outro consome — sem saber como foi implementado.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fluxo em IA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Usuário → Front-end (Streamlit/Gradio) → API → Back-end (modelo de IA).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Regra de ouro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O front não sabe — e não deve saber — se o modelo é GPT-4, BERT local ou regressão logística.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 verbo HTTP certo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GET / POST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Ler um recurso / enviar dados para processamento.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PUT / PATCH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Atualizar por completo / atualizar parcialmente.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DELETE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Remover um recurso. Clientes HTTP tratam cada verbo de forma diferente.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Anatomia de uma URL de 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Protocolo &amp; Host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https:// — segurança da comunicação, nunca http em produção</a:t>
            </a:r>
          </a:p>
          <a:p>
            <a:r>
              <a:t>Host — onde o servidor vive (localhost:8000 em dev)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Versão &amp; Recurso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/v1/ — evolui a API sem quebrar clientes existentes</a:t>
            </a:r>
          </a:p>
          <a:p>
            <a:r>
              <a:t>Recurso — substantivos no plural (/analises), não verbos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Query string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?idioma=pt — parâmetros opcionais que filtram ou configuram a resposta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Codes — a linguagem da resposta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2xx — Sucesso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200 OK</a:t>
            </a:r>
          </a:p>
          <a:p>
            <a:r>
              <a:t>201 Created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4xx — Erro do cliente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400 Bad Request</a:t>
            </a:r>
          </a:p>
          <a:p>
            <a:r>
              <a:t>401 Unauthorized</a:t>
            </a:r>
          </a:p>
          <a:p>
            <a:r>
              <a:t>404 Not Found</a:t>
            </a:r>
          </a:p>
          <a:p>
            <a:r>
              <a:t>422 Unprocessable Entity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5xx — Erro do servidor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500 Internal Server Error</a:t>
            </a:r>
          </a:p>
          <a:p>
            <a:r>
              <a:t>503 Service Unavailable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422 merece atenção especial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Quando aparece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O FastAPI usa 422 quando o corpo da requisição não passa na validação do Pydantic.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Boa prática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Nunca confie que a requisição funcionou sem checar resposta.status_code.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Onde você vai ver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Bastante, já na Aula 01 do bloco de FastAPI.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Headers — o envelope da requisição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Autenticação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Authorization: Bearer &lt;token&gt;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Tipo do conteúdo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Content-Type e Accept: application/json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Identificação do cliente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X-Client-Version, X-Session-Id — úteis para observabilidade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API é assunto de front-end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Conhecer os endpoints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Saber quais existem e o que cada um espera receber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Tratar erros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 forma que o usuário entenda — nunca expor stack traces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Gerenciar autenticação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Enviar tokens e lidar com expiração de sessão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Lidar com latência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Mostrar carregamento em vez de travar a interface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Projeto do Semestre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Semestre 1 — tudo junto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Streamlit/Gradio + provider + banco de dados no mesmo processo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Semestre 2 — separado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Front chama FastAPI; o back conversa com modelo e banco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Deploy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Docker → Cloud → Celular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— MDN Web Docs</a:t>
            </a:r>
          </a:p>
          <a:p>
            <a:r>
              <a:t>developer.mozilla.org/pt-BR/docs/Web/HTTP</a:t>
            </a:r>
          </a:p>
          <a:p>
            <a:r>
              <a:t>HTTP Status Codes</a:t>
            </a:r>
          </a:p>
          <a:p>
            <a:r>
              <a:t>developer.mozilla.org/pt-BR/docs/Web/HTTP/Status</a:t>
            </a:r>
          </a:p>
          <a:p>
            <a:r>
              <a:t>REST API Design — Roy Fielding, 2000</a:t>
            </a:r>
          </a:p>
          <a:p>
            <a:r>
              <a:t>FastAPI — fastapi.tiangolo.com</a:t>
            </a:r>
          </a:p>
          <a:p>
            <a:r>
              <a:t>Requests — Python HTTP Library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Próxima aula: FastAPI — Do Python Simples ao Backend de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