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2"/>
  </p:notesMasterIdLst>
  <p:handoutMasterIdLst>
    <p:handoutMasterId r:id="rId23"/>
  </p:handout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14"/>
    <p:sldId id="264" r:id="rId13"/>
    <p:sldId id="265" r:id="rId12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62B8DF-E0C8-46DB-8C2B-63FC5A2F73F0}" v="145" dt="2026-02-08T18:03:46.3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70" d="100"/>
          <a:sy n="70" d="100"/>
        </p:scale>
        <p:origin x="738" y="-17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22" y="11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slide" Target="slides/slide10.xml"/><Relationship Id="rId13" Type="http://schemas.openxmlformats.org/officeDocument/2006/relationships/slide" Target="slides/slide9.xml"/><Relationship Id="rId14" Type="http://schemas.openxmlformats.org/officeDocument/2006/relationships/slide" Target="slides/slide8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commentAuthors" Target="commentAuthors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6/11/relationships/changesInfo" Target="changesInfos/changesInfo1.xml"/><Relationship Id="rId30" Type="http://schemas.microsoft.com/office/2015/10/relationships/revisionInfo" Target="revisionInfo.xml"/><Relationship Id="rId31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Rios" userId="b55e9a44c6326244" providerId="LiveId" clId="{C341934D-E88C-4EA1-B222-2AF0679781E8}"/>
    <pc:docChg chg="undo custSel addSld delSld modSld sldOrd">
      <pc:chgData name="Lucas Rios" userId="b55e9a44c6326244" providerId="LiveId" clId="{C341934D-E88C-4EA1-B222-2AF0679781E8}" dt="2026-02-08T18:08:03.792" v="1180" actId="20577"/>
      <pc:docMkLst>
        <pc:docMk/>
      </pc:docMkLst>
      <pc:sldChg chg="del">
        <pc:chgData name="Lucas Rios" userId="b55e9a44c6326244" providerId="LiveId" clId="{C341934D-E88C-4EA1-B222-2AF0679781E8}" dt="2026-02-08T18:04:34.192" v="1149" actId="47"/>
        <pc:sldMkLst>
          <pc:docMk/>
          <pc:sldMk cId="707789176" sldId="258"/>
        </pc:sldMkLst>
      </pc:sldChg>
      <pc:sldChg chg="del">
        <pc:chgData name="Lucas Rios" userId="b55e9a44c6326244" providerId="LiveId" clId="{C341934D-E88C-4EA1-B222-2AF0679781E8}" dt="2026-02-08T18:04:39.743" v="1156" actId="47"/>
        <pc:sldMkLst>
          <pc:docMk/>
          <pc:sldMk cId="566997565" sldId="260"/>
        </pc:sldMkLst>
      </pc:sldChg>
      <pc:sldChg chg="addSp delSp modSp mod">
        <pc:chgData name="Lucas Rios" userId="b55e9a44c6326244" providerId="LiveId" clId="{C341934D-E88C-4EA1-B222-2AF0679781E8}" dt="2026-02-08T15:30:14.767" v="96" actId="20577"/>
        <pc:sldMkLst>
          <pc:docMk/>
          <pc:sldMk cId="1738561688" sldId="261"/>
        </pc:sldMkLst>
        <pc:spChg chg="mod">
          <ac:chgData name="Lucas Rios" userId="b55e9a44c6326244" providerId="LiveId" clId="{C341934D-E88C-4EA1-B222-2AF0679781E8}" dt="2026-02-08T15:25:17.789" v="10" actId="1076"/>
          <ac:spMkLst>
            <pc:docMk/>
            <pc:sldMk cId="1738561688" sldId="261"/>
            <ac:spMk id="6" creationId="{5C594564-4FC6-401A-8586-44735EE819EC}"/>
          </ac:spMkLst>
        </pc:spChg>
        <pc:spChg chg="mod">
          <ac:chgData name="Lucas Rios" userId="b55e9a44c6326244" providerId="LiveId" clId="{C341934D-E88C-4EA1-B222-2AF0679781E8}" dt="2026-02-08T15:25:34.668" v="14" actId="1076"/>
          <ac:spMkLst>
            <pc:docMk/>
            <pc:sldMk cId="1738561688" sldId="261"/>
            <ac:spMk id="10" creationId="{02D305EF-9A88-496B-BFC1-D589A01EE381}"/>
          </ac:spMkLst>
        </pc:spChg>
        <pc:spChg chg="mod">
          <ac:chgData name="Lucas Rios" userId="b55e9a44c6326244" providerId="LiveId" clId="{C341934D-E88C-4EA1-B222-2AF0679781E8}" dt="2026-02-08T15:24:40.604" v="6" actId="1076"/>
          <ac:spMkLst>
            <pc:docMk/>
            <pc:sldMk cId="1738561688" sldId="261"/>
            <ac:spMk id="13" creationId="{E3984D70-BD95-4E1F-9725-902B5D74DED6}"/>
          </ac:spMkLst>
        </pc:spChg>
        <pc:spChg chg="del">
          <ac:chgData name="Lucas Rios" userId="b55e9a44c6326244" providerId="LiveId" clId="{C341934D-E88C-4EA1-B222-2AF0679781E8}" dt="2026-02-08T15:24:25.771" v="4" actId="478"/>
          <ac:spMkLst>
            <pc:docMk/>
            <pc:sldMk cId="1738561688" sldId="261"/>
            <ac:spMk id="17" creationId="{C987BA72-F025-3434-02C8-6EECF7F7A7C7}"/>
          </ac:spMkLst>
        </pc:spChg>
        <pc:spChg chg="add mod">
          <ac:chgData name="Lucas Rios" userId="b55e9a44c6326244" providerId="LiveId" clId="{C341934D-E88C-4EA1-B222-2AF0679781E8}" dt="2026-02-08T15:24:47.612" v="8"/>
          <ac:spMkLst>
            <pc:docMk/>
            <pc:sldMk cId="1738561688" sldId="261"/>
            <ac:spMk id="20" creationId="{604D4632-7501-93D4-0DCE-FD6B450A4635}"/>
          </ac:spMkLst>
        </pc:spChg>
        <pc:spChg chg="add mod">
          <ac:chgData name="Lucas Rios" userId="b55e9a44c6326244" providerId="LiveId" clId="{C341934D-E88C-4EA1-B222-2AF0679781E8}" dt="2026-02-08T15:24:47.612" v="8"/>
          <ac:spMkLst>
            <pc:docMk/>
            <pc:sldMk cId="1738561688" sldId="261"/>
            <ac:spMk id="21" creationId="{30B35F1C-0ED3-AE28-5CCE-B4786E66DE74}"/>
          </ac:spMkLst>
        </pc:spChg>
        <pc:spChg chg="add mod">
          <ac:chgData name="Lucas Rios" userId="b55e9a44c6326244" providerId="LiveId" clId="{C341934D-E88C-4EA1-B222-2AF0679781E8}" dt="2026-02-08T15:25:36.125" v="15"/>
          <ac:spMkLst>
            <pc:docMk/>
            <pc:sldMk cId="1738561688" sldId="261"/>
            <ac:spMk id="22" creationId="{6F977C91-F781-6C5E-E34B-7D2E920AA744}"/>
          </ac:spMkLst>
        </pc:spChg>
        <pc:spChg chg="add mod">
          <ac:chgData name="Lucas Rios" userId="b55e9a44c6326244" providerId="LiveId" clId="{C341934D-E88C-4EA1-B222-2AF0679781E8}" dt="2026-02-08T15:25:36.125" v="15"/>
          <ac:spMkLst>
            <pc:docMk/>
            <pc:sldMk cId="1738561688" sldId="261"/>
            <ac:spMk id="23" creationId="{037894EF-FCC4-EBCB-E79D-2D91C89299ED}"/>
          </ac:spMkLst>
        </pc:spChg>
        <pc:spChg chg="add mod">
          <ac:chgData name="Lucas Rios" userId="b55e9a44c6326244" providerId="LiveId" clId="{C341934D-E88C-4EA1-B222-2AF0679781E8}" dt="2026-02-08T15:26:20.943" v="90"/>
          <ac:spMkLst>
            <pc:docMk/>
            <pc:sldMk cId="1738561688" sldId="261"/>
            <ac:spMk id="24" creationId="{CD3C008D-D28E-EC48-4D0D-153FCC20DA0A}"/>
          </ac:spMkLst>
        </pc:spChg>
        <pc:spChg chg="add mod">
          <ac:chgData name="Lucas Rios" userId="b55e9a44c6326244" providerId="LiveId" clId="{C341934D-E88C-4EA1-B222-2AF0679781E8}" dt="2026-02-08T15:30:14.767" v="96" actId="20577"/>
          <ac:spMkLst>
            <pc:docMk/>
            <pc:sldMk cId="1738561688" sldId="261"/>
            <ac:spMk id="25" creationId="{580807DA-4AFE-B13A-A320-64332B19E1F1}"/>
          </ac:spMkLst>
        </pc:spChg>
        <pc:spChg chg="add mod">
          <ac:chgData name="Lucas Rios" userId="b55e9a44c6326244" providerId="LiveId" clId="{C341934D-E88C-4EA1-B222-2AF0679781E8}" dt="2026-02-08T15:26:14.038" v="87"/>
          <ac:spMkLst>
            <pc:docMk/>
            <pc:sldMk cId="1738561688" sldId="261"/>
            <ac:spMk id="26" creationId="{A557ABDF-0B4D-8A0E-C130-F79BF3F688CE}"/>
          </ac:spMkLst>
        </pc:spChg>
        <pc:spChg chg="add mod">
          <ac:chgData name="Lucas Rios" userId="b55e9a44c6326244" providerId="LiveId" clId="{C341934D-E88C-4EA1-B222-2AF0679781E8}" dt="2026-02-08T15:26:16.701" v="89"/>
          <ac:spMkLst>
            <pc:docMk/>
            <pc:sldMk cId="1738561688" sldId="261"/>
            <ac:spMk id="27" creationId="{497440A0-DAE8-F5F7-2C06-69B86B180C1B}"/>
          </ac:spMkLst>
        </pc:spChg>
        <pc:picChg chg="add mod">
          <ac:chgData name="Lucas Rios" userId="b55e9a44c6326244" providerId="LiveId" clId="{C341934D-E88C-4EA1-B222-2AF0679781E8}" dt="2026-02-08T15:26:38.163" v="94" actId="1076"/>
          <ac:picMkLst>
            <pc:docMk/>
            <pc:sldMk cId="1738561688" sldId="261"/>
            <ac:picMk id="29" creationId="{ED1EA5B5-E8CA-2DF3-A6B0-595C8C0D8A7A}"/>
          </ac:picMkLst>
        </pc:picChg>
      </pc:sldChg>
      <pc:sldChg chg="addSp delSp modSp del mod ord">
        <pc:chgData name="Lucas Rios" userId="b55e9a44c6326244" providerId="LiveId" clId="{C341934D-E88C-4EA1-B222-2AF0679781E8}" dt="2026-02-08T18:01:52.609" v="1022" actId="47"/>
        <pc:sldMkLst>
          <pc:docMk/>
          <pc:sldMk cId="1593920805" sldId="262"/>
        </pc:sldMkLst>
        <pc:spChg chg="mod">
          <ac:chgData name="Lucas Rios" userId="b55e9a44c6326244" providerId="LiveId" clId="{C341934D-E88C-4EA1-B222-2AF0679781E8}" dt="2026-02-08T17:58:43.157" v="982" actId="20577"/>
          <ac:spMkLst>
            <pc:docMk/>
            <pc:sldMk cId="1593920805" sldId="262"/>
            <ac:spMk id="2" creationId="{75031FE9-9059-4FE8-B4AC-9771F23A1B89}"/>
          </ac:spMkLst>
        </pc:spChg>
        <pc:spChg chg="del">
          <ac:chgData name="Lucas Rios" userId="b55e9a44c6326244" providerId="LiveId" clId="{C341934D-E88C-4EA1-B222-2AF0679781E8}" dt="2026-02-08T17:58:50.283" v="984" actId="478"/>
          <ac:spMkLst>
            <pc:docMk/>
            <pc:sldMk cId="1593920805" sldId="262"/>
            <ac:spMk id="3" creationId="{D4A2EB3F-4D60-451F-8F45-7D6654D2FCD9}"/>
          </ac:spMkLst>
        </pc:spChg>
        <pc:spChg chg="mod">
          <ac:chgData name="Lucas Rios" userId="b55e9a44c6326244" providerId="LiveId" clId="{C341934D-E88C-4EA1-B222-2AF0679781E8}" dt="2026-02-08T17:58:56.775" v="987" actId="1076"/>
          <ac:spMkLst>
            <pc:docMk/>
            <pc:sldMk cId="1593920805" sldId="262"/>
            <ac:spMk id="4" creationId="{AC1C80FB-53F9-42EE-B1E6-D0F998EC5DFA}"/>
          </ac:spMkLst>
        </pc:spChg>
        <pc:spChg chg="del">
          <ac:chgData name="Lucas Rios" userId="b55e9a44c6326244" providerId="LiveId" clId="{C341934D-E88C-4EA1-B222-2AF0679781E8}" dt="2026-02-08T17:59:12.292" v="988" actId="478"/>
          <ac:spMkLst>
            <pc:docMk/>
            <pc:sldMk cId="1593920805" sldId="262"/>
            <ac:spMk id="5" creationId="{E81BA2B5-6A90-4204-ABDD-7183FBB03A02}"/>
          </ac:spMkLst>
        </pc:spChg>
        <pc:spChg chg="mod">
          <ac:chgData name="Lucas Rios" userId="b55e9a44c6326244" providerId="LiveId" clId="{C341934D-E88C-4EA1-B222-2AF0679781E8}" dt="2026-02-08T17:59:24.909" v="994" actId="20577"/>
          <ac:spMkLst>
            <pc:docMk/>
            <pc:sldMk cId="1593920805" sldId="262"/>
            <ac:spMk id="6" creationId="{7E7D4C34-22A0-4D54-A07D-E1E9A11463E5}"/>
          </ac:spMkLst>
        </pc:spChg>
        <pc:spChg chg="del">
          <ac:chgData name="Lucas Rios" userId="b55e9a44c6326244" providerId="LiveId" clId="{C341934D-E88C-4EA1-B222-2AF0679781E8}" dt="2026-02-08T17:59:56.659" v="995" actId="478"/>
          <ac:spMkLst>
            <pc:docMk/>
            <pc:sldMk cId="1593920805" sldId="262"/>
            <ac:spMk id="7" creationId="{301D392D-FB66-47A0-B628-5ADE822A2CFF}"/>
          </ac:spMkLst>
        </pc:spChg>
        <pc:spChg chg="mod">
          <ac:chgData name="Lucas Rios" userId="b55e9a44c6326244" providerId="LiveId" clId="{C341934D-E88C-4EA1-B222-2AF0679781E8}" dt="2026-02-08T18:00:02.764" v="998"/>
          <ac:spMkLst>
            <pc:docMk/>
            <pc:sldMk cId="1593920805" sldId="262"/>
            <ac:spMk id="8" creationId="{51C26CE0-2506-4B44-A26F-C12BFA5B18B5}"/>
          </ac:spMkLst>
        </pc:spChg>
        <pc:spChg chg="del">
          <ac:chgData name="Lucas Rios" userId="b55e9a44c6326244" providerId="LiveId" clId="{C341934D-E88C-4EA1-B222-2AF0679781E8}" dt="2026-02-08T18:00:08.936" v="999" actId="478"/>
          <ac:spMkLst>
            <pc:docMk/>
            <pc:sldMk cId="1593920805" sldId="262"/>
            <ac:spMk id="9" creationId="{868F40F8-BF35-45E9-B3DD-5436362D746E}"/>
          </ac:spMkLst>
        </pc:spChg>
        <pc:spChg chg="mod">
          <ac:chgData name="Lucas Rios" userId="b55e9a44c6326244" providerId="LiveId" clId="{C341934D-E88C-4EA1-B222-2AF0679781E8}" dt="2026-02-08T18:00:52.392" v="1005" actId="27636"/>
          <ac:spMkLst>
            <pc:docMk/>
            <pc:sldMk cId="1593920805" sldId="262"/>
            <ac:spMk id="10" creationId="{7F39C97C-2DDC-4706-B96C-B02FAE53A426}"/>
          </ac:spMkLst>
        </pc:spChg>
        <pc:spChg chg="add del mod">
          <ac:chgData name="Lucas Rios" userId="b55e9a44c6326244" providerId="LiveId" clId="{C341934D-E88C-4EA1-B222-2AF0679781E8}" dt="2026-02-08T17:58:52.981" v="986" actId="478"/>
          <ac:spMkLst>
            <pc:docMk/>
            <pc:sldMk cId="1593920805" sldId="262"/>
            <ac:spMk id="12" creationId="{606B07B4-5285-BE73-F80C-8DCD51B2805A}"/>
          </ac:spMkLst>
        </pc:spChg>
        <pc:spChg chg="add del mod">
          <ac:chgData name="Lucas Rios" userId="b55e9a44c6326244" providerId="LiveId" clId="{C341934D-E88C-4EA1-B222-2AF0679781E8}" dt="2026-02-08T17:59:14.569" v="990" actId="478"/>
          <ac:spMkLst>
            <pc:docMk/>
            <pc:sldMk cId="1593920805" sldId="262"/>
            <ac:spMk id="14" creationId="{E3F40B44-77C5-9E14-05D4-1D818C2CF4D7}"/>
          </ac:spMkLst>
        </pc:spChg>
        <pc:spChg chg="add del mod">
          <ac:chgData name="Lucas Rios" userId="b55e9a44c6326244" providerId="LiveId" clId="{C341934D-E88C-4EA1-B222-2AF0679781E8}" dt="2026-02-08T17:59:58.889" v="997" actId="478"/>
          <ac:spMkLst>
            <pc:docMk/>
            <pc:sldMk cId="1593920805" sldId="262"/>
            <ac:spMk id="16" creationId="{6786D882-B777-32D9-1B38-96852ED35CC2}"/>
          </ac:spMkLst>
        </pc:spChg>
        <pc:spChg chg="add del mod">
          <ac:chgData name="Lucas Rios" userId="b55e9a44c6326244" providerId="LiveId" clId="{C341934D-E88C-4EA1-B222-2AF0679781E8}" dt="2026-02-08T18:00:10.640" v="1001" actId="478"/>
          <ac:spMkLst>
            <pc:docMk/>
            <pc:sldMk cId="1593920805" sldId="262"/>
            <ac:spMk id="18" creationId="{51C65F6B-B897-66C2-5D54-3CCA0B5992E1}"/>
          </ac:spMkLst>
        </pc:spChg>
      </pc:sldChg>
      <pc:sldChg chg="addSp delSp modSp mod ord">
        <pc:chgData name="Lucas Rios" userId="b55e9a44c6326244" providerId="LiveId" clId="{C341934D-E88C-4EA1-B222-2AF0679781E8}" dt="2026-02-08T17:57:13.199" v="950" actId="1076"/>
        <pc:sldMkLst>
          <pc:docMk/>
          <pc:sldMk cId="1346372204" sldId="264"/>
        </pc:sldMkLst>
        <pc:spChg chg="mod">
          <ac:chgData name="Lucas Rios" userId="b55e9a44c6326244" providerId="LiveId" clId="{C341934D-E88C-4EA1-B222-2AF0679781E8}" dt="2026-02-08T16:12:53.748" v="462" actId="20577"/>
          <ac:spMkLst>
            <pc:docMk/>
            <pc:sldMk cId="1346372204" sldId="264"/>
            <ac:spMk id="2" creationId="{537E1C88-627C-4655-A4FB-0BB02EDB078A}"/>
          </ac:spMkLst>
        </pc:spChg>
        <pc:spChg chg="del">
          <ac:chgData name="Lucas Rios" userId="b55e9a44c6326244" providerId="LiveId" clId="{C341934D-E88C-4EA1-B222-2AF0679781E8}" dt="2026-02-08T16:13:06.233" v="465" actId="478"/>
          <ac:spMkLst>
            <pc:docMk/>
            <pc:sldMk cId="1346372204" sldId="264"/>
            <ac:spMk id="3" creationId="{033634FE-ADF0-4BC3-A0A9-447EA9DD096B}"/>
          </ac:spMkLst>
        </pc:spChg>
        <pc:spChg chg="del">
          <ac:chgData name="Lucas Rios" userId="b55e9a44c6326244" providerId="LiveId" clId="{C341934D-E88C-4EA1-B222-2AF0679781E8}" dt="2026-02-08T16:12:59.723" v="464" actId="478"/>
          <ac:spMkLst>
            <pc:docMk/>
            <pc:sldMk cId="1346372204" sldId="264"/>
            <ac:spMk id="4" creationId="{5C2ACA2A-6BBE-47CF-B76F-F56C9DBF77E6}"/>
          </ac:spMkLst>
        </pc:spChg>
        <pc:spChg chg="del">
          <ac:chgData name="Lucas Rios" userId="b55e9a44c6326244" providerId="LiveId" clId="{C341934D-E88C-4EA1-B222-2AF0679781E8}" dt="2026-02-08T16:12:58.410" v="463" actId="478"/>
          <ac:spMkLst>
            <pc:docMk/>
            <pc:sldMk cId="1346372204" sldId="264"/>
            <ac:spMk id="5" creationId="{396A095E-DB05-47EC-A2D5-47398A4A00B4}"/>
          </ac:spMkLst>
        </pc:spChg>
        <pc:spChg chg="add del mod">
          <ac:chgData name="Lucas Rios" userId="b55e9a44c6326244" providerId="LiveId" clId="{C341934D-E88C-4EA1-B222-2AF0679781E8}" dt="2026-02-08T16:13:07.964" v="466" actId="478"/>
          <ac:spMkLst>
            <pc:docMk/>
            <pc:sldMk cId="1346372204" sldId="264"/>
            <ac:spMk id="8" creationId="{12364E2B-402C-ADF8-2207-DF8EE1CFA5F9}"/>
          </ac:spMkLst>
        </pc:spChg>
        <pc:picChg chg="add del mod">
          <ac:chgData name="Lucas Rios" userId="b55e9a44c6326244" providerId="LiveId" clId="{C341934D-E88C-4EA1-B222-2AF0679781E8}" dt="2026-02-08T16:17:48.346" v="473" actId="478"/>
          <ac:picMkLst>
            <pc:docMk/>
            <pc:sldMk cId="1346372204" sldId="264"/>
            <ac:picMk id="10" creationId="{4132073A-1C5D-DB01-ADB8-C8854F231C10}"/>
          </ac:picMkLst>
        </pc:picChg>
        <pc:picChg chg="add mod">
          <ac:chgData name="Lucas Rios" userId="b55e9a44c6326244" providerId="LiveId" clId="{C341934D-E88C-4EA1-B222-2AF0679781E8}" dt="2026-02-08T17:57:13.199" v="950" actId="1076"/>
          <ac:picMkLst>
            <pc:docMk/>
            <pc:sldMk cId="1346372204" sldId="264"/>
            <ac:picMk id="11" creationId="{8361667A-B78B-D608-9336-901DBED49A93}"/>
          </ac:picMkLst>
        </pc:picChg>
      </pc:sldChg>
      <pc:sldChg chg="delSp modSp mod ord">
        <pc:chgData name="Lucas Rios" userId="b55e9a44c6326244" providerId="LiveId" clId="{C341934D-E88C-4EA1-B222-2AF0679781E8}" dt="2026-02-08T16:09:54.265" v="451" actId="20577"/>
        <pc:sldMkLst>
          <pc:docMk/>
          <pc:sldMk cId="2121178069" sldId="266"/>
        </pc:sldMkLst>
        <pc:spChg chg="mod">
          <ac:chgData name="Lucas Rios" userId="b55e9a44c6326244" providerId="LiveId" clId="{C341934D-E88C-4EA1-B222-2AF0679781E8}" dt="2026-02-08T15:40:39.610" v="258" actId="20577"/>
          <ac:spMkLst>
            <pc:docMk/>
            <pc:sldMk cId="2121178069" sldId="266"/>
            <ac:spMk id="2" creationId="{5CE54ABB-4929-4810-950B-2DAEA0A5BAB4}"/>
          </ac:spMkLst>
        </pc:spChg>
        <pc:spChg chg="mod">
          <ac:chgData name="Lucas Rios" userId="b55e9a44c6326244" providerId="LiveId" clId="{C341934D-E88C-4EA1-B222-2AF0679781E8}" dt="2026-02-08T15:41:47.318" v="267"/>
          <ac:spMkLst>
            <pc:docMk/>
            <pc:sldMk cId="2121178069" sldId="266"/>
            <ac:spMk id="3" creationId="{D5E1C399-8F48-44F5-9461-3C89866D4CE1}"/>
          </ac:spMkLst>
        </pc:spChg>
        <pc:spChg chg="mod">
          <ac:chgData name="Lucas Rios" userId="b55e9a44c6326244" providerId="LiveId" clId="{C341934D-E88C-4EA1-B222-2AF0679781E8}" dt="2026-02-08T16:09:54.265" v="451" actId="20577"/>
          <ac:spMkLst>
            <pc:docMk/>
            <pc:sldMk cId="2121178069" sldId="266"/>
            <ac:spMk id="4" creationId="{A112B089-A8F9-45B1-BE6E-EAC10163F082}"/>
          </ac:spMkLst>
        </pc:spChg>
        <pc:spChg chg="mod">
          <ac:chgData name="Lucas Rios" userId="b55e9a44c6326244" providerId="LiveId" clId="{C341934D-E88C-4EA1-B222-2AF0679781E8}" dt="2026-02-08T15:42:19.100" v="274" actId="242"/>
          <ac:spMkLst>
            <pc:docMk/>
            <pc:sldMk cId="2121178069" sldId="266"/>
            <ac:spMk id="5" creationId="{CF515C5D-2CDB-4E66-B2B8-1451BC44247F}"/>
          </ac:spMkLst>
        </pc:spChg>
        <pc:spChg chg="mod">
          <ac:chgData name="Lucas Rios" userId="b55e9a44c6326244" providerId="LiveId" clId="{C341934D-E88C-4EA1-B222-2AF0679781E8}" dt="2026-02-08T15:42:16.242" v="273" actId="242"/>
          <ac:spMkLst>
            <pc:docMk/>
            <pc:sldMk cId="2121178069" sldId="266"/>
            <ac:spMk id="6" creationId="{0FE22F9B-4BF8-41DC-8F1C-836B546E59AD}"/>
          </ac:spMkLst>
        </pc:spChg>
        <pc:spChg chg="mod">
          <ac:chgData name="Lucas Rios" userId="b55e9a44c6326244" providerId="LiveId" clId="{C341934D-E88C-4EA1-B222-2AF0679781E8}" dt="2026-02-08T15:41:26.763" v="266" actId="20577"/>
          <ac:spMkLst>
            <pc:docMk/>
            <pc:sldMk cId="2121178069" sldId="266"/>
            <ac:spMk id="7" creationId="{6B35F89A-6CDF-41F7-BD87-18B45BD7330B}"/>
          </ac:spMkLst>
        </pc:spChg>
        <pc:spChg chg="mod">
          <ac:chgData name="Lucas Rios" userId="b55e9a44c6326244" providerId="LiveId" clId="{C341934D-E88C-4EA1-B222-2AF0679781E8}" dt="2026-02-08T15:42:02.971" v="271" actId="27636"/>
          <ac:spMkLst>
            <pc:docMk/>
            <pc:sldMk cId="2121178069" sldId="266"/>
            <ac:spMk id="8" creationId="{E92B9716-8D44-4864-8986-720957B34362}"/>
          </ac:spMkLst>
        </pc:spChg>
        <pc:spChg chg="del">
          <ac:chgData name="Lucas Rios" userId="b55e9a44c6326244" providerId="LiveId" clId="{C341934D-E88C-4EA1-B222-2AF0679781E8}" dt="2026-02-08T15:47:46.996" v="276" actId="478"/>
          <ac:spMkLst>
            <pc:docMk/>
            <pc:sldMk cId="2121178069" sldId="266"/>
            <ac:spMk id="9" creationId="{7B78F7A0-88C5-4940-B21C-099F472F39F9}"/>
          </ac:spMkLst>
        </pc:spChg>
        <pc:spChg chg="del">
          <ac:chgData name="Lucas Rios" userId="b55e9a44c6326244" providerId="LiveId" clId="{C341934D-E88C-4EA1-B222-2AF0679781E8}" dt="2026-02-08T15:47:45.325" v="275" actId="478"/>
          <ac:spMkLst>
            <pc:docMk/>
            <pc:sldMk cId="2121178069" sldId="266"/>
            <ac:spMk id="10" creationId="{D2186069-FC8E-433D-9BB4-942220CE8CFB}"/>
          </ac:spMkLst>
        </pc:spChg>
      </pc:sldChg>
      <pc:sldChg chg="del">
        <pc:chgData name="Lucas Rios" userId="b55e9a44c6326244" providerId="LiveId" clId="{C341934D-E88C-4EA1-B222-2AF0679781E8}" dt="2026-02-08T18:04:36.068" v="1151" actId="47"/>
        <pc:sldMkLst>
          <pc:docMk/>
          <pc:sldMk cId="4151694508" sldId="268"/>
        </pc:sldMkLst>
      </pc:sldChg>
      <pc:sldChg chg="del">
        <pc:chgData name="Lucas Rios" userId="b55e9a44c6326244" providerId="LiveId" clId="{C341934D-E88C-4EA1-B222-2AF0679781E8}" dt="2026-02-08T18:04:37.325" v="1153" actId="47"/>
        <pc:sldMkLst>
          <pc:docMk/>
          <pc:sldMk cId="1472106130" sldId="270"/>
        </pc:sldMkLst>
      </pc:sldChg>
      <pc:sldChg chg="del">
        <pc:chgData name="Lucas Rios" userId="b55e9a44c6326244" providerId="LiveId" clId="{C341934D-E88C-4EA1-B222-2AF0679781E8}" dt="2026-02-08T18:04:42.845" v="1160" actId="47"/>
        <pc:sldMkLst>
          <pc:docMk/>
          <pc:sldMk cId="920173932" sldId="275"/>
        </pc:sldMkLst>
      </pc:sldChg>
      <pc:sldChg chg="addSp delSp modSp mod">
        <pc:chgData name="Lucas Rios" userId="b55e9a44c6326244" providerId="LiveId" clId="{C341934D-E88C-4EA1-B222-2AF0679781E8}" dt="2026-02-08T18:04:54.061" v="1164" actId="478"/>
        <pc:sldMkLst>
          <pc:docMk/>
          <pc:sldMk cId="2436493926" sldId="276"/>
        </pc:sldMkLst>
        <pc:spChg chg="del">
          <ac:chgData name="Lucas Rios" userId="b55e9a44c6326244" providerId="LiveId" clId="{C341934D-E88C-4EA1-B222-2AF0679781E8}" dt="2026-02-08T18:04:51.595" v="1162" actId="478"/>
          <ac:spMkLst>
            <pc:docMk/>
            <pc:sldMk cId="2436493926" sldId="276"/>
            <ac:spMk id="2" creationId="{BCCAEE93-8585-46D4-A7EC-F184E317CB2E}"/>
          </ac:spMkLst>
        </pc:spChg>
        <pc:spChg chg="del">
          <ac:chgData name="Lucas Rios" userId="b55e9a44c6326244" providerId="LiveId" clId="{C341934D-E88C-4EA1-B222-2AF0679781E8}" dt="2026-02-08T18:04:50.312" v="1161" actId="478"/>
          <ac:spMkLst>
            <pc:docMk/>
            <pc:sldMk cId="2436493926" sldId="276"/>
            <ac:spMk id="3" creationId="{24AFFC60-19C3-4901-93F7-7AAF4C09F8C6}"/>
          </ac:spMkLst>
        </pc:spChg>
        <pc:spChg chg="del">
          <ac:chgData name="Lucas Rios" userId="b55e9a44c6326244" providerId="LiveId" clId="{C341934D-E88C-4EA1-B222-2AF0679781E8}" dt="2026-02-08T18:04:52.737" v="1163" actId="478"/>
          <ac:spMkLst>
            <pc:docMk/>
            <pc:sldMk cId="2436493926" sldId="276"/>
            <ac:spMk id="4" creationId="{72DA7980-C870-4C9A-84FA-4120D8AF5DE8}"/>
          </ac:spMkLst>
        </pc:spChg>
        <pc:spChg chg="del">
          <ac:chgData name="Lucas Rios" userId="b55e9a44c6326244" providerId="LiveId" clId="{C341934D-E88C-4EA1-B222-2AF0679781E8}" dt="2026-02-08T18:04:54.061" v="1164" actId="478"/>
          <ac:spMkLst>
            <pc:docMk/>
            <pc:sldMk cId="2436493926" sldId="276"/>
            <ac:spMk id="5" creationId="{0DFADE42-1A3F-40C8-A071-E57644F3D843}"/>
          </ac:spMkLst>
        </pc:spChg>
        <pc:spChg chg="add mod">
          <ac:chgData name="Lucas Rios" userId="b55e9a44c6326244" providerId="LiveId" clId="{C341934D-E88C-4EA1-B222-2AF0679781E8}" dt="2026-02-08T18:04:50.312" v="1161" actId="478"/>
          <ac:spMkLst>
            <pc:docMk/>
            <pc:sldMk cId="2436493926" sldId="276"/>
            <ac:spMk id="8" creationId="{3FEE16FE-42BD-2705-84B0-117D39699AFE}"/>
          </ac:spMkLst>
        </pc:spChg>
        <pc:spChg chg="add mod">
          <ac:chgData name="Lucas Rios" userId="b55e9a44c6326244" providerId="LiveId" clId="{C341934D-E88C-4EA1-B222-2AF0679781E8}" dt="2026-02-08T18:04:51.595" v="1162" actId="478"/>
          <ac:spMkLst>
            <pc:docMk/>
            <pc:sldMk cId="2436493926" sldId="276"/>
            <ac:spMk id="10" creationId="{FD4B030A-025E-AB8B-F0CA-DE1F0D3C3FAD}"/>
          </ac:spMkLst>
        </pc:spChg>
      </pc:sldChg>
      <pc:sldChg chg="delSp modSp mod">
        <pc:chgData name="Lucas Rios" userId="b55e9a44c6326244" providerId="LiveId" clId="{C341934D-E88C-4EA1-B222-2AF0679781E8}" dt="2026-02-08T18:04:05.728" v="1139" actId="478"/>
        <pc:sldMkLst>
          <pc:docMk/>
          <pc:sldMk cId="2243494996" sldId="277"/>
        </pc:sldMkLst>
        <pc:spChg chg="mod">
          <ac:chgData name="Lucas Rios" userId="b55e9a44c6326244" providerId="LiveId" clId="{C341934D-E88C-4EA1-B222-2AF0679781E8}" dt="2026-02-08T17:58:10.680" v="959" actId="20577"/>
          <ac:spMkLst>
            <pc:docMk/>
            <pc:sldMk cId="2243494996" sldId="277"/>
            <ac:spMk id="2" creationId="{6719F29B-F233-48AF-8261-F33A4E079E3E}"/>
          </ac:spMkLst>
        </pc:spChg>
        <pc:spChg chg="mod">
          <ac:chgData name="Lucas Rios" userId="b55e9a44c6326244" providerId="LiveId" clId="{C341934D-E88C-4EA1-B222-2AF0679781E8}" dt="2026-02-08T18:04:00.280" v="1137" actId="20577"/>
          <ac:spMkLst>
            <pc:docMk/>
            <pc:sldMk cId="2243494996" sldId="277"/>
            <ac:spMk id="3" creationId="{35E3EA69-4E0E-41BD-8095-A124225A2647}"/>
          </ac:spMkLst>
        </pc:spChg>
        <pc:spChg chg="del">
          <ac:chgData name="Lucas Rios" userId="b55e9a44c6326244" providerId="LiveId" clId="{C341934D-E88C-4EA1-B222-2AF0679781E8}" dt="2026-02-08T18:04:03.032" v="1138" actId="478"/>
          <ac:spMkLst>
            <pc:docMk/>
            <pc:sldMk cId="2243494996" sldId="277"/>
            <ac:spMk id="5" creationId="{AF29EA23-F34E-486A-B8B2-0C3019266975}"/>
          </ac:spMkLst>
        </pc:spChg>
        <pc:spChg chg="del">
          <ac:chgData name="Lucas Rios" userId="b55e9a44c6326244" providerId="LiveId" clId="{C341934D-E88C-4EA1-B222-2AF0679781E8}" dt="2026-02-08T18:04:05.728" v="1139" actId="478"/>
          <ac:spMkLst>
            <pc:docMk/>
            <pc:sldMk cId="2243494996" sldId="277"/>
            <ac:spMk id="6" creationId="{B69DF042-37C5-4E09-AA4C-AA66649C9533}"/>
          </ac:spMkLst>
        </pc:spChg>
      </pc:sldChg>
      <pc:sldChg chg="del">
        <pc:chgData name="Lucas Rios" userId="b55e9a44c6326244" providerId="LiveId" clId="{C341934D-E88C-4EA1-B222-2AF0679781E8}" dt="2026-02-08T18:04:34.788" v="1150" actId="47"/>
        <pc:sldMkLst>
          <pc:docMk/>
          <pc:sldMk cId="2069393026" sldId="278"/>
        </pc:sldMkLst>
      </pc:sldChg>
      <pc:sldChg chg="del">
        <pc:chgData name="Lucas Rios" userId="b55e9a44c6326244" providerId="LiveId" clId="{C341934D-E88C-4EA1-B222-2AF0679781E8}" dt="2026-02-08T18:04:36.693" v="1152" actId="47"/>
        <pc:sldMkLst>
          <pc:docMk/>
          <pc:sldMk cId="1417396711" sldId="280"/>
        </pc:sldMkLst>
      </pc:sldChg>
      <pc:sldChg chg="del">
        <pc:chgData name="Lucas Rios" userId="b55e9a44c6326244" providerId="LiveId" clId="{C341934D-E88C-4EA1-B222-2AF0679781E8}" dt="2026-02-08T18:04:40.425" v="1157" actId="47"/>
        <pc:sldMkLst>
          <pc:docMk/>
          <pc:sldMk cId="3477453048" sldId="282"/>
        </pc:sldMkLst>
      </pc:sldChg>
      <pc:sldChg chg="del">
        <pc:chgData name="Lucas Rios" userId="b55e9a44c6326244" providerId="LiveId" clId="{C341934D-E88C-4EA1-B222-2AF0679781E8}" dt="2026-02-08T18:04:41.024" v="1158" actId="47"/>
        <pc:sldMkLst>
          <pc:docMk/>
          <pc:sldMk cId="3396266754" sldId="283"/>
        </pc:sldMkLst>
      </pc:sldChg>
      <pc:sldChg chg="del">
        <pc:chgData name="Lucas Rios" userId="b55e9a44c6326244" providerId="LiveId" clId="{C341934D-E88C-4EA1-B222-2AF0679781E8}" dt="2026-02-08T18:04:33.389" v="1148" actId="47"/>
        <pc:sldMkLst>
          <pc:docMk/>
          <pc:sldMk cId="1844941827" sldId="289"/>
        </pc:sldMkLst>
      </pc:sldChg>
      <pc:sldChg chg="del">
        <pc:chgData name="Lucas Rios" userId="b55e9a44c6326244" providerId="LiveId" clId="{C341934D-E88C-4EA1-B222-2AF0679781E8}" dt="2026-02-08T18:04:41.827" v="1159" actId="47"/>
        <pc:sldMkLst>
          <pc:docMk/>
          <pc:sldMk cId="1177824853" sldId="290"/>
        </pc:sldMkLst>
      </pc:sldChg>
      <pc:sldChg chg="addSp delSp modSp mod ord">
        <pc:chgData name="Lucas Rios" userId="b55e9a44c6326244" providerId="LiveId" clId="{C341934D-E88C-4EA1-B222-2AF0679781E8}" dt="2026-02-08T15:57:46.371" v="396" actId="1076"/>
        <pc:sldMkLst>
          <pc:docMk/>
          <pc:sldMk cId="404854312" sldId="292"/>
        </pc:sldMkLst>
        <pc:spChg chg="mod">
          <ac:chgData name="Lucas Rios" userId="b55e9a44c6326244" providerId="LiveId" clId="{C341934D-E88C-4EA1-B222-2AF0679781E8}" dt="2026-02-08T15:48:15.794" v="308" actId="5793"/>
          <ac:spMkLst>
            <pc:docMk/>
            <pc:sldMk cId="404854312" sldId="292"/>
            <ac:spMk id="2" creationId="{5864BC4F-3D59-464A-857E-6F155B368ED7}"/>
          </ac:spMkLst>
        </pc:spChg>
        <pc:spChg chg="add del mod">
          <ac:chgData name="Lucas Rios" userId="b55e9a44c6326244" providerId="LiveId" clId="{C341934D-E88C-4EA1-B222-2AF0679781E8}" dt="2026-02-08T15:49:56.086" v="328" actId="478"/>
          <ac:spMkLst>
            <pc:docMk/>
            <pc:sldMk cId="404854312" sldId="292"/>
            <ac:spMk id="4" creationId="{8F6AFF9C-3C1B-8922-0143-FAD12031CD94}"/>
          </ac:spMkLst>
        </pc:spChg>
        <pc:spChg chg="del">
          <ac:chgData name="Lucas Rios" userId="b55e9a44c6326244" providerId="LiveId" clId="{C341934D-E88C-4EA1-B222-2AF0679781E8}" dt="2026-02-08T15:48:20.050" v="310" actId="478"/>
          <ac:spMkLst>
            <pc:docMk/>
            <pc:sldMk cId="404854312" sldId="292"/>
            <ac:spMk id="5" creationId="{79C22D8C-87A6-47AD-8D29-FBBA539EDBE2}"/>
          </ac:spMkLst>
        </pc:spChg>
        <pc:spChg chg="del">
          <ac:chgData name="Lucas Rios" userId="b55e9a44c6326244" providerId="LiveId" clId="{C341934D-E88C-4EA1-B222-2AF0679781E8}" dt="2026-02-08T15:48:18.655" v="309" actId="478"/>
          <ac:spMkLst>
            <pc:docMk/>
            <pc:sldMk cId="404854312" sldId="292"/>
            <ac:spMk id="6" creationId="{4D346909-C2E0-4F1D-90FC-F5E1D8DFB515}"/>
          </ac:spMkLst>
        </pc:spChg>
        <pc:spChg chg="del">
          <ac:chgData name="Lucas Rios" userId="b55e9a44c6326244" providerId="LiveId" clId="{C341934D-E88C-4EA1-B222-2AF0679781E8}" dt="2026-02-08T15:54:37.679" v="370" actId="478"/>
          <ac:spMkLst>
            <pc:docMk/>
            <pc:sldMk cId="404854312" sldId="292"/>
            <ac:spMk id="9" creationId="{8C1455DF-5CEC-44A2-A92D-8E901D15B7CC}"/>
          </ac:spMkLst>
        </pc:spChg>
        <pc:spChg chg="del">
          <ac:chgData name="Lucas Rios" userId="b55e9a44c6326244" providerId="LiveId" clId="{C341934D-E88C-4EA1-B222-2AF0679781E8}" dt="2026-02-08T15:56:21.086" v="378" actId="478"/>
          <ac:spMkLst>
            <pc:docMk/>
            <pc:sldMk cId="404854312" sldId="292"/>
            <ac:spMk id="10" creationId="{7C7E7B18-D05F-4C44-8718-8C671160FC98}"/>
          </ac:spMkLst>
        </pc:spChg>
        <pc:spChg chg="del">
          <ac:chgData name="Lucas Rios" userId="b55e9a44c6326244" providerId="LiveId" clId="{C341934D-E88C-4EA1-B222-2AF0679781E8}" dt="2026-02-08T15:57:13.681" v="387" actId="478"/>
          <ac:spMkLst>
            <pc:docMk/>
            <pc:sldMk cId="404854312" sldId="292"/>
            <ac:spMk id="11" creationId="{C4EAD5C6-02F0-4D27-8D85-1BD5EA833D6F}"/>
          </ac:spMkLst>
        </pc:spChg>
        <pc:spChg chg="add del mod">
          <ac:chgData name="Lucas Rios" userId="b55e9a44c6326244" providerId="LiveId" clId="{C341934D-E88C-4EA1-B222-2AF0679781E8}" dt="2026-02-08T15:49:57.855" v="329" actId="478"/>
          <ac:spMkLst>
            <pc:docMk/>
            <pc:sldMk cId="404854312" sldId="292"/>
            <ac:spMk id="12" creationId="{D21AF4E4-5798-33F3-D0EA-C7C55FA11A45}"/>
          </ac:spMkLst>
        </pc:spChg>
        <pc:spChg chg="add mod">
          <ac:chgData name="Lucas Rios" userId="b55e9a44c6326244" providerId="LiveId" clId="{C341934D-E88C-4EA1-B222-2AF0679781E8}" dt="2026-02-08T15:50:57.788" v="345"/>
          <ac:spMkLst>
            <pc:docMk/>
            <pc:sldMk cId="404854312" sldId="292"/>
            <ac:spMk id="13" creationId="{B0BB4962-8F16-D9F1-FDCD-FE0C0AA92C5D}"/>
          </ac:spMkLst>
        </pc:spChg>
        <pc:spChg chg="add mod">
          <ac:chgData name="Lucas Rios" userId="b55e9a44c6326244" providerId="LiveId" clId="{C341934D-E88C-4EA1-B222-2AF0679781E8}" dt="2026-02-08T15:51:14.928" v="350"/>
          <ac:spMkLst>
            <pc:docMk/>
            <pc:sldMk cId="404854312" sldId="292"/>
            <ac:spMk id="14" creationId="{981A72DF-2623-11F3-190E-D44A4BC7B8C1}"/>
          </ac:spMkLst>
        </pc:spChg>
        <pc:spChg chg="add del mod">
          <ac:chgData name="Lucas Rios" userId="b55e9a44c6326244" providerId="LiveId" clId="{C341934D-E88C-4EA1-B222-2AF0679781E8}" dt="2026-02-08T15:54:49.589" v="374" actId="478"/>
          <ac:spMkLst>
            <pc:docMk/>
            <pc:sldMk cId="404854312" sldId="292"/>
            <ac:spMk id="16" creationId="{A89B0152-6644-9FE1-A211-B8AE0EE935AF}"/>
          </ac:spMkLst>
        </pc:spChg>
        <pc:spChg chg="add del mod">
          <ac:chgData name="Lucas Rios" userId="b55e9a44c6326244" providerId="LiveId" clId="{C341934D-E88C-4EA1-B222-2AF0679781E8}" dt="2026-02-08T15:56:23.798" v="379" actId="478"/>
          <ac:spMkLst>
            <pc:docMk/>
            <pc:sldMk cId="404854312" sldId="292"/>
            <ac:spMk id="18" creationId="{3100E6E3-3E03-4969-572E-B44F6AE6A8F0}"/>
          </ac:spMkLst>
        </pc:spChg>
        <pc:spChg chg="mod">
          <ac:chgData name="Lucas Rios" userId="b55e9a44c6326244" providerId="LiveId" clId="{C341934D-E88C-4EA1-B222-2AF0679781E8}" dt="2026-02-08T15:48:27.145" v="311"/>
          <ac:spMkLst>
            <pc:docMk/>
            <pc:sldMk cId="404854312" sldId="292"/>
            <ac:spMk id="19" creationId="{791D6145-F7F7-43DE-A16B-BF4F9607D4E8}"/>
          </ac:spMkLst>
        </pc:spChg>
        <pc:spChg chg="mod">
          <ac:chgData name="Lucas Rios" userId="b55e9a44c6326244" providerId="LiveId" clId="{C341934D-E88C-4EA1-B222-2AF0679781E8}" dt="2026-02-08T15:48:32.386" v="312"/>
          <ac:spMkLst>
            <pc:docMk/>
            <pc:sldMk cId="404854312" sldId="292"/>
            <ac:spMk id="20" creationId="{BC46925A-8382-42EB-891C-DBB4EAAA33F8}"/>
          </ac:spMkLst>
        </pc:spChg>
        <pc:spChg chg="mod">
          <ac:chgData name="Lucas Rios" userId="b55e9a44c6326244" providerId="LiveId" clId="{C341934D-E88C-4EA1-B222-2AF0679781E8}" dt="2026-02-08T15:48:40.545" v="313"/>
          <ac:spMkLst>
            <pc:docMk/>
            <pc:sldMk cId="404854312" sldId="292"/>
            <ac:spMk id="21" creationId="{318AFADE-B54F-4988-8000-B9336A395336}"/>
          </ac:spMkLst>
        </pc:spChg>
        <pc:spChg chg="mod">
          <ac:chgData name="Lucas Rios" userId="b55e9a44c6326244" providerId="LiveId" clId="{C341934D-E88C-4EA1-B222-2AF0679781E8}" dt="2026-02-08T15:49:36.819" v="323" actId="27636"/>
          <ac:spMkLst>
            <pc:docMk/>
            <pc:sldMk cId="404854312" sldId="292"/>
            <ac:spMk id="22" creationId="{F296843C-0ED0-4314-A6F0-DD60C828DDFB}"/>
          </ac:spMkLst>
        </pc:spChg>
        <pc:spChg chg="del">
          <ac:chgData name="Lucas Rios" userId="b55e9a44c6326244" providerId="LiveId" clId="{C341934D-E88C-4EA1-B222-2AF0679781E8}" dt="2026-02-08T15:49:42.977" v="324" actId="478"/>
          <ac:spMkLst>
            <pc:docMk/>
            <pc:sldMk cId="404854312" sldId="292"/>
            <ac:spMk id="23" creationId="{649BF20C-562E-400E-BEA6-1D5F81F2FE44}"/>
          </ac:spMkLst>
        </pc:spChg>
        <pc:spChg chg="del">
          <ac:chgData name="Lucas Rios" userId="b55e9a44c6326244" providerId="LiveId" clId="{C341934D-E88C-4EA1-B222-2AF0679781E8}" dt="2026-02-08T15:49:45.610" v="325" actId="478"/>
          <ac:spMkLst>
            <pc:docMk/>
            <pc:sldMk cId="404854312" sldId="292"/>
            <ac:spMk id="24" creationId="{5AA25980-D334-4FC0-9091-936E53B8D321}"/>
          </ac:spMkLst>
        </pc:spChg>
        <pc:spChg chg="add del mod">
          <ac:chgData name="Lucas Rios" userId="b55e9a44c6326244" providerId="LiveId" clId="{C341934D-E88C-4EA1-B222-2AF0679781E8}" dt="2026-02-08T15:56:29.568" v="382" actId="478"/>
          <ac:spMkLst>
            <pc:docMk/>
            <pc:sldMk cId="404854312" sldId="292"/>
            <ac:spMk id="25" creationId="{D4182B76-6E53-9084-B5A9-B31EF50C3639}"/>
          </ac:spMkLst>
        </pc:spChg>
        <pc:spChg chg="add del mod">
          <ac:chgData name="Lucas Rios" userId="b55e9a44c6326244" providerId="LiveId" clId="{C341934D-E88C-4EA1-B222-2AF0679781E8}" dt="2026-02-08T15:57:17.675" v="388" actId="478"/>
          <ac:spMkLst>
            <pc:docMk/>
            <pc:sldMk cId="404854312" sldId="292"/>
            <ac:spMk id="27" creationId="{CCFE761E-6B9F-A272-1B1F-59273E585B5E}"/>
          </ac:spMkLst>
        </pc:spChg>
        <pc:picChg chg="add mod">
          <ac:chgData name="Lucas Rios" userId="b55e9a44c6326244" providerId="LiveId" clId="{C341934D-E88C-4EA1-B222-2AF0679781E8}" dt="2026-02-08T15:54:44.972" v="373" actId="14100"/>
          <ac:picMkLst>
            <pc:docMk/>
            <pc:sldMk cId="404854312" sldId="292"/>
            <ac:picMk id="1026" creationId="{0EBFBCD5-1E10-505D-449D-B611217CD70F}"/>
          </ac:picMkLst>
        </pc:picChg>
        <pc:picChg chg="add mod">
          <ac:chgData name="Lucas Rios" userId="b55e9a44c6326244" providerId="LiveId" clId="{C341934D-E88C-4EA1-B222-2AF0679781E8}" dt="2026-02-08T15:55:43.291" v="377" actId="14100"/>
          <ac:picMkLst>
            <pc:docMk/>
            <pc:sldMk cId="404854312" sldId="292"/>
            <ac:picMk id="1028" creationId="{0175932B-D9A2-0872-412B-9FDE7E11091B}"/>
          </ac:picMkLst>
        </pc:picChg>
        <pc:picChg chg="add mod">
          <ac:chgData name="Lucas Rios" userId="b55e9a44c6326244" providerId="LiveId" clId="{C341934D-E88C-4EA1-B222-2AF0679781E8}" dt="2026-02-08T15:56:56.329" v="386" actId="1076"/>
          <ac:picMkLst>
            <pc:docMk/>
            <pc:sldMk cId="404854312" sldId="292"/>
            <ac:picMk id="1032" creationId="{180EF814-E5A3-6D5D-7390-0C1138AE379A}"/>
          </ac:picMkLst>
        </pc:picChg>
        <pc:picChg chg="add mod">
          <ac:chgData name="Lucas Rios" userId="b55e9a44c6326244" providerId="LiveId" clId="{C341934D-E88C-4EA1-B222-2AF0679781E8}" dt="2026-02-08T15:57:46.371" v="396" actId="1076"/>
          <ac:picMkLst>
            <pc:docMk/>
            <pc:sldMk cId="404854312" sldId="292"/>
            <ac:picMk id="1034" creationId="{21A8187E-38F4-BA2D-0841-F25ED88FE65C}"/>
          </ac:picMkLst>
        </pc:picChg>
      </pc:sldChg>
      <pc:sldChg chg="del">
        <pc:chgData name="Lucas Rios" userId="b55e9a44c6326244" providerId="LiveId" clId="{C341934D-E88C-4EA1-B222-2AF0679781E8}" dt="2026-02-08T18:04:38.320" v="1154" actId="47"/>
        <pc:sldMkLst>
          <pc:docMk/>
          <pc:sldMk cId="473871986" sldId="293"/>
        </pc:sldMkLst>
      </pc:sldChg>
      <pc:sldChg chg="del">
        <pc:chgData name="Lucas Rios" userId="b55e9a44c6326244" providerId="LiveId" clId="{C341934D-E88C-4EA1-B222-2AF0679781E8}" dt="2026-02-08T18:04:38.876" v="1155" actId="47"/>
        <pc:sldMkLst>
          <pc:docMk/>
          <pc:sldMk cId="3084972071" sldId="294"/>
        </pc:sldMkLst>
      </pc:sldChg>
      <pc:sldChg chg="addSp modSp mod">
        <pc:chgData name="Lucas Rios" userId="b55e9a44c6326244" providerId="LiveId" clId="{C341934D-E88C-4EA1-B222-2AF0679781E8}" dt="2026-02-08T15:33:26.594" v="224" actId="1076"/>
        <pc:sldMkLst>
          <pc:docMk/>
          <pc:sldMk cId="3274693117" sldId="295"/>
        </pc:sldMkLst>
        <pc:spChg chg="add mod">
          <ac:chgData name="Lucas Rios" userId="b55e9a44c6326244" providerId="LiveId" clId="{C341934D-E88C-4EA1-B222-2AF0679781E8}" dt="2026-02-08T15:31:35.479" v="174"/>
          <ac:spMkLst>
            <pc:docMk/>
            <pc:sldMk cId="3274693117" sldId="295"/>
            <ac:spMk id="2" creationId="{947357DA-0D68-A13E-4921-A54982166CA7}"/>
          </ac:spMkLst>
        </pc:spChg>
        <pc:spChg chg="mod">
          <ac:chgData name="Lucas Rios" userId="b55e9a44c6326244" providerId="LiveId" clId="{C341934D-E88C-4EA1-B222-2AF0679781E8}" dt="2026-02-08T15:30:30.215" v="97"/>
          <ac:spMkLst>
            <pc:docMk/>
            <pc:sldMk cId="3274693117" sldId="295"/>
            <ac:spMk id="3" creationId="{BC735DE3-0CD5-5DE7-9C56-31ED9A09EB44}"/>
          </ac:spMkLst>
        </pc:spChg>
        <pc:spChg chg="mod">
          <ac:chgData name="Lucas Rios" userId="b55e9a44c6326244" providerId="LiveId" clId="{C341934D-E88C-4EA1-B222-2AF0679781E8}" dt="2026-02-08T15:30:36.907" v="98"/>
          <ac:spMkLst>
            <pc:docMk/>
            <pc:sldMk cId="3274693117" sldId="295"/>
            <ac:spMk id="4" creationId="{DB8C2854-E9BD-F5D6-E206-70DA001FD836}"/>
          </ac:spMkLst>
        </pc:spChg>
        <pc:spChg chg="mod">
          <ac:chgData name="Lucas Rios" userId="b55e9a44c6326244" providerId="LiveId" clId="{C341934D-E88C-4EA1-B222-2AF0679781E8}" dt="2026-02-08T15:30:46.706" v="105" actId="20577"/>
          <ac:spMkLst>
            <pc:docMk/>
            <pc:sldMk cId="3274693117" sldId="295"/>
            <ac:spMk id="5" creationId="{7C4CF131-89D5-B529-BE44-0BEFE2A4E100}"/>
          </ac:spMkLst>
        </pc:spChg>
        <pc:spChg chg="mod">
          <ac:chgData name="Lucas Rios" userId="b55e9a44c6326244" providerId="LiveId" clId="{C341934D-E88C-4EA1-B222-2AF0679781E8}" dt="2026-02-08T15:31:01.020" v="115" actId="6549"/>
          <ac:spMkLst>
            <pc:docMk/>
            <pc:sldMk cId="3274693117" sldId="295"/>
            <ac:spMk id="6" creationId="{AA48162C-5965-F726-BF3F-FD4DA5DDA8A5}"/>
          </ac:spMkLst>
        </pc:spChg>
        <pc:spChg chg="mod">
          <ac:chgData name="Lucas Rios" userId="b55e9a44c6326244" providerId="LiveId" clId="{C341934D-E88C-4EA1-B222-2AF0679781E8}" dt="2026-02-08T15:31:57.256" v="175"/>
          <ac:spMkLst>
            <pc:docMk/>
            <pc:sldMk cId="3274693117" sldId="295"/>
            <ac:spMk id="7" creationId="{6849104D-2949-BC97-CFA8-8FAD707AB735}"/>
          </ac:spMkLst>
        </pc:spChg>
        <pc:spChg chg="mod">
          <ac:chgData name="Lucas Rios" userId="b55e9a44c6326244" providerId="LiveId" clId="{C341934D-E88C-4EA1-B222-2AF0679781E8}" dt="2026-02-08T15:32:19.857" v="193" actId="20577"/>
          <ac:spMkLst>
            <pc:docMk/>
            <pc:sldMk cId="3274693117" sldId="295"/>
            <ac:spMk id="8" creationId="{5B933035-E1BB-0F94-4194-106E440CF28F}"/>
          </ac:spMkLst>
        </pc:spChg>
        <pc:spChg chg="mod">
          <ac:chgData name="Lucas Rios" userId="b55e9a44c6326244" providerId="LiveId" clId="{C341934D-E88C-4EA1-B222-2AF0679781E8}" dt="2026-02-08T15:32:32.539" v="195" actId="20577"/>
          <ac:spMkLst>
            <pc:docMk/>
            <pc:sldMk cId="3274693117" sldId="295"/>
            <ac:spMk id="9" creationId="{B5ECC954-4AB5-9302-B0C8-53AD8ACB01DC}"/>
          </ac:spMkLst>
        </pc:spChg>
        <pc:spChg chg="mod">
          <ac:chgData name="Lucas Rios" userId="b55e9a44c6326244" providerId="LiveId" clId="{C341934D-E88C-4EA1-B222-2AF0679781E8}" dt="2026-02-08T15:32:46.831" v="197" actId="20577"/>
          <ac:spMkLst>
            <pc:docMk/>
            <pc:sldMk cId="3274693117" sldId="295"/>
            <ac:spMk id="10" creationId="{4BCD2B97-3A64-35A7-A457-55F70C97933E}"/>
          </ac:spMkLst>
        </pc:spChg>
        <pc:spChg chg="add mod">
          <ac:chgData name="Lucas Rios" userId="b55e9a44c6326244" providerId="LiveId" clId="{C341934D-E88C-4EA1-B222-2AF0679781E8}" dt="2026-02-08T15:33:26.594" v="224" actId="1076"/>
          <ac:spMkLst>
            <pc:docMk/>
            <pc:sldMk cId="3274693117" sldId="295"/>
            <ac:spMk id="11" creationId="{19E75CD5-9593-37B2-7722-41A4FEB99D67}"/>
          </ac:spMkLst>
        </pc:spChg>
        <pc:picChg chg="add mod">
          <ac:chgData name="Lucas Rios" userId="b55e9a44c6326244" providerId="LiveId" clId="{C341934D-E88C-4EA1-B222-2AF0679781E8}" dt="2026-02-08T15:33:18.205" v="223" actId="1036"/>
          <ac:picMkLst>
            <pc:docMk/>
            <pc:sldMk cId="3274693117" sldId="295"/>
            <ac:picMk id="12" creationId="{6718CBA3-7ACB-019A-52C4-E1F80FA3FE53}"/>
          </ac:picMkLst>
        </pc:picChg>
      </pc:sldChg>
      <pc:sldChg chg="addSp delSp modSp add mod">
        <pc:chgData name="Lucas Rios" userId="b55e9a44c6326244" providerId="LiveId" clId="{C341934D-E88C-4EA1-B222-2AF0679781E8}" dt="2026-02-08T16:03:27.587" v="436" actId="1076"/>
        <pc:sldMkLst>
          <pc:docMk/>
          <pc:sldMk cId="4068031166" sldId="296"/>
        </pc:sldMkLst>
        <pc:spChg chg="add del mod">
          <ac:chgData name="Lucas Rios" userId="b55e9a44c6326244" providerId="LiveId" clId="{C341934D-E88C-4EA1-B222-2AF0679781E8}" dt="2026-02-08T15:59:55.821" v="398" actId="478"/>
          <ac:spMkLst>
            <pc:docMk/>
            <pc:sldMk cId="4068031166" sldId="296"/>
            <ac:spMk id="4" creationId="{9213E9BA-D01A-EF1B-B212-DF24FF8AA3AB}"/>
          </ac:spMkLst>
        </pc:spChg>
        <pc:spChg chg="add">
          <ac:chgData name="Lucas Rios" userId="b55e9a44c6326244" providerId="LiveId" clId="{C341934D-E88C-4EA1-B222-2AF0679781E8}" dt="2026-02-08T15:59:59.588" v="399"/>
          <ac:spMkLst>
            <pc:docMk/>
            <pc:sldMk cId="4068031166" sldId="296"/>
            <ac:spMk id="5" creationId="{CC7468B8-9FF7-59D1-B6A0-6614B7C0DF50}"/>
          </ac:spMkLst>
        </pc:spChg>
        <pc:spChg chg="add">
          <ac:chgData name="Lucas Rios" userId="b55e9a44c6326244" providerId="LiveId" clId="{C341934D-E88C-4EA1-B222-2AF0679781E8}" dt="2026-02-08T16:00:06.039" v="400"/>
          <ac:spMkLst>
            <pc:docMk/>
            <pc:sldMk cId="4068031166" sldId="296"/>
            <ac:spMk id="6" creationId="{80DE375F-4C0C-2DBB-00DC-136FB7F6F6C5}"/>
          </ac:spMkLst>
        </pc:spChg>
        <pc:spChg chg="add del mod">
          <ac:chgData name="Lucas Rios" userId="b55e9a44c6326244" providerId="LiveId" clId="{C341934D-E88C-4EA1-B222-2AF0679781E8}" dt="2026-02-08T16:00:16.360" v="403" actId="478"/>
          <ac:spMkLst>
            <pc:docMk/>
            <pc:sldMk cId="4068031166" sldId="296"/>
            <ac:spMk id="8" creationId="{5C3C2F45-DF9B-3293-C337-E3EF174FD893}"/>
          </ac:spMkLst>
        </pc:spChg>
        <pc:spChg chg="del">
          <ac:chgData name="Lucas Rios" userId="b55e9a44c6326244" providerId="LiveId" clId="{C341934D-E88C-4EA1-B222-2AF0679781E8}" dt="2026-02-08T15:57:50.961" v="397" actId="478"/>
          <ac:spMkLst>
            <pc:docMk/>
            <pc:sldMk cId="4068031166" sldId="296"/>
            <ac:spMk id="9" creationId="{E5D5A37B-4FA1-0FCC-41DD-DCC2FE8DD12D}"/>
          </ac:spMkLst>
        </pc:spChg>
        <pc:spChg chg="del">
          <ac:chgData name="Lucas Rios" userId="b55e9a44c6326244" providerId="LiveId" clId="{C341934D-E88C-4EA1-B222-2AF0679781E8}" dt="2026-02-08T16:01:41.619" v="416" actId="478"/>
          <ac:spMkLst>
            <pc:docMk/>
            <pc:sldMk cId="4068031166" sldId="296"/>
            <ac:spMk id="10" creationId="{F8789CCF-BA04-67A9-27F5-0FEF46A96748}"/>
          </ac:spMkLst>
        </pc:spChg>
        <pc:spChg chg="del">
          <ac:chgData name="Lucas Rios" userId="b55e9a44c6326244" providerId="LiveId" clId="{C341934D-E88C-4EA1-B222-2AF0679781E8}" dt="2026-02-08T16:02:12.289" v="425" actId="478"/>
          <ac:spMkLst>
            <pc:docMk/>
            <pc:sldMk cId="4068031166" sldId="296"/>
            <ac:spMk id="11" creationId="{B6025764-B472-F861-5422-058F450DF255}"/>
          </ac:spMkLst>
        </pc:spChg>
        <pc:spChg chg="add">
          <ac:chgData name="Lucas Rios" userId="b55e9a44c6326244" providerId="LiveId" clId="{C341934D-E88C-4EA1-B222-2AF0679781E8}" dt="2026-02-08T16:00:19.999" v="404"/>
          <ac:spMkLst>
            <pc:docMk/>
            <pc:sldMk cId="4068031166" sldId="296"/>
            <ac:spMk id="12" creationId="{65DA9CAA-2AB0-646C-92CF-1ACDC2275B0B}"/>
          </ac:spMkLst>
        </pc:spChg>
        <pc:spChg chg="mod">
          <ac:chgData name="Lucas Rios" userId="b55e9a44c6326244" providerId="LiveId" clId="{C341934D-E88C-4EA1-B222-2AF0679781E8}" dt="2026-02-08T15:52:47.870" v="368"/>
          <ac:spMkLst>
            <pc:docMk/>
            <pc:sldMk cId="4068031166" sldId="296"/>
            <ac:spMk id="13" creationId="{2818C383-F62F-13FF-29F0-453B10CFE631}"/>
          </ac:spMkLst>
        </pc:spChg>
        <pc:spChg chg="mod">
          <ac:chgData name="Lucas Rios" userId="b55e9a44c6326244" providerId="LiveId" clId="{C341934D-E88C-4EA1-B222-2AF0679781E8}" dt="2026-02-08T15:52:54.102" v="369"/>
          <ac:spMkLst>
            <pc:docMk/>
            <pc:sldMk cId="4068031166" sldId="296"/>
            <ac:spMk id="14" creationId="{4DBD5B82-149B-FCFF-27BA-A12449D053A4}"/>
          </ac:spMkLst>
        </pc:spChg>
        <pc:spChg chg="add del mod">
          <ac:chgData name="Lucas Rios" userId="b55e9a44c6326244" providerId="LiveId" clId="{C341934D-E88C-4EA1-B222-2AF0679781E8}" dt="2026-02-08T16:01:43.264" v="417" actId="478"/>
          <ac:spMkLst>
            <pc:docMk/>
            <pc:sldMk cId="4068031166" sldId="296"/>
            <ac:spMk id="16" creationId="{C75A70A5-4D4D-BAD4-435F-007C79197C35}"/>
          </ac:spMkLst>
        </pc:spChg>
        <pc:spChg chg="add del mod">
          <ac:chgData name="Lucas Rios" userId="b55e9a44c6326244" providerId="LiveId" clId="{C341934D-E88C-4EA1-B222-2AF0679781E8}" dt="2026-02-08T16:02:15.538" v="426" actId="478"/>
          <ac:spMkLst>
            <pc:docMk/>
            <pc:sldMk cId="4068031166" sldId="296"/>
            <ac:spMk id="18" creationId="{67173743-EAC2-E98D-5EF6-A01EE76208FB}"/>
          </ac:spMkLst>
        </pc:spChg>
        <pc:spChg chg="mod">
          <ac:chgData name="Lucas Rios" userId="b55e9a44c6326244" providerId="LiveId" clId="{C341934D-E88C-4EA1-B222-2AF0679781E8}" dt="2026-02-08T15:51:45.633" v="352"/>
          <ac:spMkLst>
            <pc:docMk/>
            <pc:sldMk cId="4068031166" sldId="296"/>
            <ac:spMk id="19" creationId="{9A42C01E-0491-E397-3C6E-7E5A863A9CDF}"/>
          </ac:spMkLst>
        </pc:spChg>
        <pc:spChg chg="mod">
          <ac:chgData name="Lucas Rios" userId="b55e9a44c6326244" providerId="LiveId" clId="{C341934D-E88C-4EA1-B222-2AF0679781E8}" dt="2026-02-08T15:51:51.776" v="353"/>
          <ac:spMkLst>
            <pc:docMk/>
            <pc:sldMk cId="4068031166" sldId="296"/>
            <ac:spMk id="20" creationId="{3E34F784-CFE5-7DFC-E8D7-73F1FAE9D374}"/>
          </ac:spMkLst>
        </pc:spChg>
        <pc:spChg chg="mod">
          <ac:chgData name="Lucas Rios" userId="b55e9a44c6326244" providerId="LiveId" clId="{C341934D-E88C-4EA1-B222-2AF0679781E8}" dt="2026-02-08T15:51:55.097" v="354"/>
          <ac:spMkLst>
            <pc:docMk/>
            <pc:sldMk cId="4068031166" sldId="296"/>
            <ac:spMk id="21" creationId="{361EF478-64CD-5166-0F0F-3BFAE165A38D}"/>
          </ac:spMkLst>
        </pc:spChg>
        <pc:spChg chg="mod">
          <ac:chgData name="Lucas Rios" userId="b55e9a44c6326244" providerId="LiveId" clId="{C341934D-E88C-4EA1-B222-2AF0679781E8}" dt="2026-02-08T15:52:42.424" v="367"/>
          <ac:spMkLst>
            <pc:docMk/>
            <pc:sldMk cId="4068031166" sldId="296"/>
            <ac:spMk id="22" creationId="{3A6F64A8-2D8C-0690-1078-5F7166C8ADCC}"/>
          </ac:spMkLst>
        </pc:spChg>
        <pc:spChg chg="add">
          <ac:chgData name="Lucas Rios" userId="b55e9a44c6326244" providerId="LiveId" clId="{C341934D-E88C-4EA1-B222-2AF0679781E8}" dt="2026-02-08T16:02:26.921" v="427"/>
          <ac:spMkLst>
            <pc:docMk/>
            <pc:sldMk cId="4068031166" sldId="296"/>
            <ac:spMk id="23" creationId="{2FA1454B-48AA-5AB4-493B-4CA1FC383BB8}"/>
          </ac:spMkLst>
        </pc:spChg>
        <pc:spChg chg="add">
          <ac:chgData name="Lucas Rios" userId="b55e9a44c6326244" providerId="LiveId" clId="{C341934D-E88C-4EA1-B222-2AF0679781E8}" dt="2026-02-08T16:02:28.597" v="428"/>
          <ac:spMkLst>
            <pc:docMk/>
            <pc:sldMk cId="4068031166" sldId="296"/>
            <ac:spMk id="24" creationId="{E6B7A9C5-C153-1B54-0B1B-95FFC1386F20}"/>
          </ac:spMkLst>
        </pc:spChg>
        <pc:picChg chg="add mod">
          <ac:chgData name="Lucas Rios" userId="b55e9a44c6326244" providerId="LiveId" clId="{C341934D-E88C-4EA1-B222-2AF0679781E8}" dt="2026-02-08T16:00:47.114" v="407" actId="1076"/>
          <ac:picMkLst>
            <pc:docMk/>
            <pc:sldMk cId="4068031166" sldId="296"/>
            <ac:picMk id="2058" creationId="{C4194092-D160-A66D-72BC-4941F903FF92}"/>
          </ac:picMkLst>
        </pc:picChg>
        <pc:picChg chg="add mod">
          <ac:chgData name="Lucas Rios" userId="b55e9a44c6326244" providerId="LiveId" clId="{C341934D-E88C-4EA1-B222-2AF0679781E8}" dt="2026-02-08T16:01:22.529" v="415" actId="1076"/>
          <ac:picMkLst>
            <pc:docMk/>
            <pc:sldMk cId="4068031166" sldId="296"/>
            <ac:picMk id="2060" creationId="{B418A16D-4EF9-2A13-4244-4D8946043133}"/>
          </ac:picMkLst>
        </pc:picChg>
        <pc:picChg chg="add mod">
          <ac:chgData name="Lucas Rios" userId="b55e9a44c6326244" providerId="LiveId" clId="{C341934D-E88C-4EA1-B222-2AF0679781E8}" dt="2026-02-08T16:02:08.402" v="424" actId="1076"/>
          <ac:picMkLst>
            <pc:docMk/>
            <pc:sldMk cId="4068031166" sldId="296"/>
            <ac:picMk id="2062" creationId="{AEAA40DF-2BA3-AF65-57CC-56603DBE7B93}"/>
          </ac:picMkLst>
        </pc:picChg>
        <pc:picChg chg="add mod">
          <ac:chgData name="Lucas Rios" userId="b55e9a44c6326244" providerId="LiveId" clId="{C341934D-E88C-4EA1-B222-2AF0679781E8}" dt="2026-02-08T16:03:27.587" v="436" actId="1076"/>
          <ac:picMkLst>
            <pc:docMk/>
            <pc:sldMk cId="4068031166" sldId="296"/>
            <ac:picMk id="2068" creationId="{EDD2C2EC-0F75-F87E-AADD-87200CD377AC}"/>
          </ac:picMkLst>
        </pc:picChg>
      </pc:sldChg>
      <pc:sldChg chg="addSp delSp modSp add mod ord">
        <pc:chgData name="Lucas Rios" userId="b55e9a44c6326244" providerId="LiveId" clId="{C341934D-E88C-4EA1-B222-2AF0679781E8}" dt="2026-02-08T17:47:45.408" v="770" actId="14100"/>
        <pc:sldMkLst>
          <pc:docMk/>
          <pc:sldMk cId="177298050" sldId="297"/>
        </pc:sldMkLst>
        <pc:spChg chg="mod">
          <ac:chgData name="Lucas Rios" userId="b55e9a44c6326244" providerId="LiveId" clId="{C341934D-E88C-4EA1-B222-2AF0679781E8}" dt="2026-02-08T16:33:28.097" v="507" actId="20577"/>
          <ac:spMkLst>
            <pc:docMk/>
            <pc:sldMk cId="177298050" sldId="297"/>
            <ac:spMk id="2" creationId="{57B5062C-DC1A-DDD0-95E9-D984A0FFBEE7}"/>
          </ac:spMkLst>
        </pc:spChg>
        <pc:spChg chg="del">
          <ac:chgData name="Lucas Rios" userId="b55e9a44c6326244" providerId="LiveId" clId="{C341934D-E88C-4EA1-B222-2AF0679781E8}" dt="2026-02-08T16:33:39.118" v="514" actId="478"/>
          <ac:spMkLst>
            <pc:docMk/>
            <pc:sldMk cId="177298050" sldId="297"/>
            <ac:spMk id="3" creationId="{D2720420-A821-60BD-CE2C-2F7B2B6E919F}"/>
          </ac:spMkLst>
        </pc:spChg>
        <pc:spChg chg="del">
          <ac:chgData name="Lucas Rios" userId="b55e9a44c6326244" providerId="LiveId" clId="{C341934D-E88C-4EA1-B222-2AF0679781E8}" dt="2026-02-08T16:33:34.661" v="510" actId="478"/>
          <ac:spMkLst>
            <pc:docMk/>
            <pc:sldMk cId="177298050" sldId="297"/>
            <ac:spMk id="4" creationId="{DE0EF09A-96FB-8CCA-4C32-1681FAD074C9}"/>
          </ac:spMkLst>
        </pc:spChg>
        <pc:spChg chg="del">
          <ac:chgData name="Lucas Rios" userId="b55e9a44c6326244" providerId="LiveId" clId="{C341934D-E88C-4EA1-B222-2AF0679781E8}" dt="2026-02-08T16:33:41.591" v="516" actId="478"/>
          <ac:spMkLst>
            <pc:docMk/>
            <pc:sldMk cId="177298050" sldId="297"/>
            <ac:spMk id="5" creationId="{EE6066D7-DE3D-9C09-F94E-90FB6299D770}"/>
          </ac:spMkLst>
        </pc:spChg>
        <pc:spChg chg="del">
          <ac:chgData name="Lucas Rios" userId="b55e9a44c6326244" providerId="LiveId" clId="{C341934D-E88C-4EA1-B222-2AF0679781E8}" dt="2026-02-08T16:33:31.934" v="508" actId="478"/>
          <ac:spMkLst>
            <pc:docMk/>
            <pc:sldMk cId="177298050" sldId="297"/>
            <ac:spMk id="6" creationId="{BE8C0EC4-2AFA-D4E7-E785-90261491A15E}"/>
          </ac:spMkLst>
        </pc:spChg>
        <pc:spChg chg="del">
          <ac:chgData name="Lucas Rios" userId="b55e9a44c6326244" providerId="LiveId" clId="{C341934D-E88C-4EA1-B222-2AF0679781E8}" dt="2026-02-08T16:33:36.740" v="512" actId="478"/>
          <ac:spMkLst>
            <pc:docMk/>
            <pc:sldMk cId="177298050" sldId="297"/>
            <ac:spMk id="7" creationId="{2EEC3D74-3DA6-2CBE-8904-4E2E5C6167BE}"/>
          </ac:spMkLst>
        </pc:spChg>
        <pc:spChg chg="del">
          <ac:chgData name="Lucas Rios" userId="b55e9a44c6326244" providerId="LiveId" clId="{C341934D-E88C-4EA1-B222-2AF0679781E8}" dt="2026-02-08T16:33:42.902" v="517" actId="478"/>
          <ac:spMkLst>
            <pc:docMk/>
            <pc:sldMk cId="177298050" sldId="297"/>
            <ac:spMk id="8" creationId="{E924098E-2389-9051-3069-23E26C325D72}"/>
          </ac:spMkLst>
        </pc:spChg>
        <pc:spChg chg="add del mod">
          <ac:chgData name="Lucas Rios" userId="b55e9a44c6326244" providerId="LiveId" clId="{C341934D-E88C-4EA1-B222-2AF0679781E8}" dt="2026-02-08T16:33:33.524" v="509" actId="478"/>
          <ac:spMkLst>
            <pc:docMk/>
            <pc:sldMk cId="177298050" sldId="297"/>
            <ac:spMk id="10" creationId="{EDC92E3C-2AC6-6C9E-2875-C28C1F3A8B49}"/>
          </ac:spMkLst>
        </pc:spChg>
        <pc:spChg chg="add del mod">
          <ac:chgData name="Lucas Rios" userId="b55e9a44c6326244" providerId="LiveId" clId="{C341934D-E88C-4EA1-B222-2AF0679781E8}" dt="2026-02-08T16:33:35.578" v="511" actId="478"/>
          <ac:spMkLst>
            <pc:docMk/>
            <pc:sldMk cId="177298050" sldId="297"/>
            <ac:spMk id="13" creationId="{A349A30D-76E8-1ED6-C59B-5EA2D12B8C10}"/>
          </ac:spMkLst>
        </pc:spChg>
        <pc:spChg chg="add del mod">
          <ac:chgData name="Lucas Rios" userId="b55e9a44c6326244" providerId="LiveId" clId="{C341934D-E88C-4EA1-B222-2AF0679781E8}" dt="2026-02-08T16:33:38.113" v="513" actId="478"/>
          <ac:spMkLst>
            <pc:docMk/>
            <pc:sldMk cId="177298050" sldId="297"/>
            <ac:spMk id="15" creationId="{02C6B1E2-8AC8-571E-9725-27732F1EA4DA}"/>
          </ac:spMkLst>
        </pc:spChg>
        <pc:spChg chg="add del mod">
          <ac:chgData name="Lucas Rios" userId="b55e9a44c6326244" providerId="LiveId" clId="{C341934D-E88C-4EA1-B222-2AF0679781E8}" dt="2026-02-08T16:33:40.433" v="515" actId="478"/>
          <ac:spMkLst>
            <pc:docMk/>
            <pc:sldMk cId="177298050" sldId="297"/>
            <ac:spMk id="17" creationId="{2614C303-A9B0-ABCE-3F6B-5D41EDD97698}"/>
          </ac:spMkLst>
        </pc:spChg>
        <pc:spChg chg="add del mod">
          <ac:chgData name="Lucas Rios" userId="b55e9a44c6326244" providerId="LiveId" clId="{C341934D-E88C-4EA1-B222-2AF0679781E8}" dt="2026-02-08T16:33:45.045" v="519" actId="478"/>
          <ac:spMkLst>
            <pc:docMk/>
            <pc:sldMk cId="177298050" sldId="297"/>
            <ac:spMk id="19" creationId="{EAB9DB67-ABDF-9618-3D33-DF9F98954159}"/>
          </ac:spMkLst>
        </pc:spChg>
        <pc:spChg chg="add del mod">
          <ac:chgData name="Lucas Rios" userId="b55e9a44c6326244" providerId="LiveId" clId="{C341934D-E88C-4EA1-B222-2AF0679781E8}" dt="2026-02-08T16:33:43.978" v="518" actId="478"/>
          <ac:spMkLst>
            <pc:docMk/>
            <pc:sldMk cId="177298050" sldId="297"/>
            <ac:spMk id="21" creationId="{C78DDCB1-0FE5-503A-5C07-36A6F4C5F02F}"/>
          </ac:spMkLst>
        </pc:spChg>
        <pc:spChg chg="add mod">
          <ac:chgData name="Lucas Rios" userId="b55e9a44c6326244" providerId="LiveId" clId="{C341934D-E88C-4EA1-B222-2AF0679781E8}" dt="2026-02-08T17:46:43.149" v="757" actId="20577"/>
          <ac:spMkLst>
            <pc:docMk/>
            <pc:sldMk cId="177298050" sldId="297"/>
            <ac:spMk id="22" creationId="{655A2F97-4543-87FF-E372-F35F76026A46}"/>
          </ac:spMkLst>
        </pc:spChg>
        <pc:spChg chg="add mod">
          <ac:chgData name="Lucas Rios" userId="b55e9a44c6326244" providerId="LiveId" clId="{C341934D-E88C-4EA1-B222-2AF0679781E8}" dt="2026-02-08T17:47:45.408" v="770" actId="14100"/>
          <ac:spMkLst>
            <pc:docMk/>
            <pc:sldMk cId="177298050" sldId="297"/>
            <ac:spMk id="23" creationId="{A1958BE7-CDAB-0BD6-1693-963B4DC3BF70}"/>
          </ac:spMkLst>
        </pc:spChg>
        <pc:spChg chg="add">
          <ac:chgData name="Lucas Rios" userId="b55e9a44c6326244" providerId="LiveId" clId="{C341934D-E88C-4EA1-B222-2AF0679781E8}" dt="2026-02-08T17:47:24.082" v="760" actId="11529"/>
          <ac:spMkLst>
            <pc:docMk/>
            <pc:sldMk cId="177298050" sldId="297"/>
            <ac:spMk id="24" creationId="{0937ADDF-8971-C499-878C-B5DCE475F660}"/>
          </ac:spMkLst>
        </pc:spChg>
        <pc:spChg chg="add mod">
          <ac:chgData name="Lucas Rios" userId="b55e9a44c6326244" providerId="LiveId" clId="{C341934D-E88C-4EA1-B222-2AF0679781E8}" dt="2026-02-08T17:47:31.316" v="762" actId="1076"/>
          <ac:spMkLst>
            <pc:docMk/>
            <pc:sldMk cId="177298050" sldId="297"/>
            <ac:spMk id="25" creationId="{75F8656B-9F23-574B-FCE2-990BEF7F81C8}"/>
          </ac:spMkLst>
        </pc:spChg>
        <pc:spChg chg="add mod">
          <ac:chgData name="Lucas Rios" userId="b55e9a44c6326244" providerId="LiveId" clId="{C341934D-E88C-4EA1-B222-2AF0679781E8}" dt="2026-02-08T17:47:41.567" v="769" actId="1036"/>
          <ac:spMkLst>
            <pc:docMk/>
            <pc:sldMk cId="177298050" sldId="297"/>
            <ac:spMk id="26" creationId="{1B45D51B-4AAE-7326-1838-A5BA04E59875}"/>
          </ac:spMkLst>
        </pc:spChg>
      </pc:sldChg>
      <pc:sldChg chg="add del">
        <pc:chgData name="Lucas Rios" userId="b55e9a44c6326244" providerId="LiveId" clId="{C341934D-E88C-4EA1-B222-2AF0679781E8}" dt="2026-02-08T17:52:19.935" v="946" actId="47"/>
        <pc:sldMkLst>
          <pc:docMk/>
          <pc:sldMk cId="1611160296" sldId="298"/>
        </pc:sldMkLst>
      </pc:sldChg>
      <pc:sldChg chg="addSp modSp add mod">
        <pc:chgData name="Lucas Rios" userId="b55e9a44c6326244" providerId="LiveId" clId="{C341934D-E88C-4EA1-B222-2AF0679781E8}" dt="2026-02-08T17:49:45.249" v="824" actId="14100"/>
        <pc:sldMkLst>
          <pc:docMk/>
          <pc:sldMk cId="1274887698" sldId="299"/>
        </pc:sldMkLst>
        <pc:spChg chg="add">
          <ac:chgData name="Lucas Rios" userId="b55e9a44c6326244" providerId="LiveId" clId="{C341934D-E88C-4EA1-B222-2AF0679781E8}" dt="2026-02-08T17:49:33.538" v="819" actId="11529"/>
          <ac:spMkLst>
            <pc:docMk/>
            <pc:sldMk cId="1274887698" sldId="299"/>
            <ac:spMk id="3" creationId="{9249E39D-5E9F-8CE7-6FE8-412607735F69}"/>
          </ac:spMkLst>
        </pc:spChg>
        <pc:spChg chg="add mod">
          <ac:chgData name="Lucas Rios" userId="b55e9a44c6326244" providerId="LiveId" clId="{C341934D-E88C-4EA1-B222-2AF0679781E8}" dt="2026-02-08T17:49:37.604" v="821" actId="1076"/>
          <ac:spMkLst>
            <pc:docMk/>
            <pc:sldMk cId="1274887698" sldId="299"/>
            <ac:spMk id="4" creationId="{9447F69D-67E6-A824-DA87-AB426CAC53DE}"/>
          </ac:spMkLst>
        </pc:spChg>
        <pc:spChg chg="add mod">
          <ac:chgData name="Lucas Rios" userId="b55e9a44c6326244" providerId="LiveId" clId="{C341934D-E88C-4EA1-B222-2AF0679781E8}" dt="2026-02-08T17:49:45.249" v="824" actId="14100"/>
          <ac:spMkLst>
            <pc:docMk/>
            <pc:sldMk cId="1274887698" sldId="299"/>
            <ac:spMk id="5" creationId="{E6D5E108-FFFA-5275-666C-E15C66CD9C02}"/>
          </ac:spMkLst>
        </pc:spChg>
        <pc:spChg chg="mod">
          <ac:chgData name="Lucas Rios" userId="b55e9a44c6326244" providerId="LiveId" clId="{C341934D-E88C-4EA1-B222-2AF0679781E8}" dt="2026-02-08T17:49:20.962" v="818" actId="20577"/>
          <ac:spMkLst>
            <pc:docMk/>
            <pc:sldMk cId="1274887698" sldId="299"/>
            <ac:spMk id="22" creationId="{89C3EF2D-BFDB-DABA-9528-F7FB3D9A36E8}"/>
          </ac:spMkLst>
        </pc:spChg>
      </pc:sldChg>
      <pc:sldChg chg="addSp modSp add mod">
        <pc:chgData name="Lucas Rios" userId="b55e9a44c6326244" providerId="LiveId" clId="{C341934D-E88C-4EA1-B222-2AF0679781E8}" dt="2026-02-08T17:51:37.232" v="942" actId="20577"/>
        <pc:sldMkLst>
          <pc:docMk/>
          <pc:sldMk cId="2084239632" sldId="300"/>
        </pc:sldMkLst>
        <pc:spChg chg="add mod">
          <ac:chgData name="Lucas Rios" userId="b55e9a44c6326244" providerId="LiveId" clId="{C341934D-E88C-4EA1-B222-2AF0679781E8}" dt="2026-02-08T17:50:23.882" v="829" actId="1076"/>
          <ac:spMkLst>
            <pc:docMk/>
            <pc:sldMk cId="2084239632" sldId="300"/>
            <ac:spMk id="6" creationId="{B5769262-5831-EEB2-0D92-D51BD09C219C}"/>
          </ac:spMkLst>
        </pc:spChg>
        <pc:spChg chg="add mod">
          <ac:chgData name="Lucas Rios" userId="b55e9a44c6326244" providerId="LiveId" clId="{C341934D-E88C-4EA1-B222-2AF0679781E8}" dt="2026-02-08T17:50:30.193" v="831" actId="1076"/>
          <ac:spMkLst>
            <pc:docMk/>
            <pc:sldMk cId="2084239632" sldId="300"/>
            <ac:spMk id="7" creationId="{0CF6B935-1204-B233-E129-EBE816CA220F}"/>
          </ac:spMkLst>
        </pc:spChg>
        <pc:spChg chg="add mod">
          <ac:chgData name="Lucas Rios" userId="b55e9a44c6326244" providerId="LiveId" clId="{C341934D-E88C-4EA1-B222-2AF0679781E8}" dt="2026-02-08T17:50:43.600" v="842" actId="1035"/>
          <ac:spMkLst>
            <pc:docMk/>
            <pc:sldMk cId="2084239632" sldId="300"/>
            <ac:spMk id="8" creationId="{2B647F55-105A-12AB-D13E-D0583759E096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9" creationId="{C5CDA281-EA9A-7684-A7A3-BB8186CC57AC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10" creationId="{2EAB4B1E-6F57-A127-6995-723BD3EB945C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12" creationId="{BB0DD661-82E9-F396-6E78-8A8B833A3565}"/>
          </ac:spMkLst>
        </pc:spChg>
        <pc:spChg chg="mod">
          <ac:chgData name="Lucas Rios" userId="b55e9a44c6326244" providerId="LiveId" clId="{C341934D-E88C-4EA1-B222-2AF0679781E8}" dt="2026-02-08T17:51:37.232" v="942" actId="20577"/>
          <ac:spMkLst>
            <pc:docMk/>
            <pc:sldMk cId="2084239632" sldId="300"/>
            <ac:spMk id="22" creationId="{3F9CBD0A-5B55-7D38-700A-66B5A2F7A368}"/>
          </ac:spMkLst>
        </pc:spChg>
      </pc:sldChg>
      <pc:sldChg chg="modSp add mod">
        <pc:chgData name="Lucas Rios" userId="b55e9a44c6326244" providerId="LiveId" clId="{C341934D-E88C-4EA1-B222-2AF0679781E8}" dt="2026-02-08T18:08:03.792" v="1180" actId="20577"/>
        <pc:sldMkLst>
          <pc:docMk/>
          <pc:sldMk cId="163415835" sldId="301"/>
        </pc:sldMkLst>
        <pc:spChg chg="mod">
          <ac:chgData name="Lucas Rios" userId="b55e9a44c6326244" providerId="LiveId" clId="{C341934D-E88C-4EA1-B222-2AF0679781E8}" dt="2026-02-08T18:08:03.792" v="1180" actId="20577"/>
          <ac:spMkLst>
            <pc:docMk/>
            <pc:sldMk cId="163415835" sldId="301"/>
            <ac:spMk id="22" creationId="{3239A21F-7AD3-3B81-E9A1-7B09393FEBD2}"/>
          </ac:spMkLst>
        </pc:spChg>
      </pc:sldChg>
      <pc:sldChg chg="addSp delSp modSp add mod">
        <pc:chgData name="Lucas Rios" userId="b55e9a44c6326244" providerId="LiveId" clId="{C341934D-E88C-4EA1-B222-2AF0679781E8}" dt="2026-02-08T18:04:24.935" v="1147" actId="478"/>
        <pc:sldMkLst>
          <pc:docMk/>
          <pc:sldMk cId="596446520" sldId="302"/>
        </pc:sldMkLst>
        <pc:spChg chg="add mod">
          <ac:chgData name="Lucas Rios" userId="b55e9a44c6326244" providerId="LiveId" clId="{C341934D-E88C-4EA1-B222-2AF0679781E8}" dt="2026-02-08T18:01:03.491" v="1007" actId="478"/>
          <ac:spMkLst>
            <pc:docMk/>
            <pc:sldMk cId="596446520" sldId="302"/>
            <ac:spMk id="5" creationId="{CF23BFD2-2428-E71C-53CB-108AAF5E8BDA}"/>
          </ac:spMkLst>
        </pc:spChg>
        <pc:spChg chg="del">
          <ac:chgData name="Lucas Rios" userId="b55e9a44c6326244" providerId="LiveId" clId="{C341934D-E88C-4EA1-B222-2AF0679781E8}" dt="2026-02-08T18:01:03.491" v="1007" actId="478"/>
          <ac:spMkLst>
            <pc:docMk/>
            <pc:sldMk cId="596446520" sldId="302"/>
            <ac:spMk id="6" creationId="{5A6CAB76-4B2B-9003-1044-ED97DA63A6F9}"/>
          </ac:spMkLst>
        </pc:spChg>
        <pc:spChg chg="del">
          <ac:chgData name="Lucas Rios" userId="b55e9a44c6326244" providerId="LiveId" clId="{C341934D-E88C-4EA1-B222-2AF0679781E8}" dt="2026-02-08T18:01:05.531" v="1008" actId="478"/>
          <ac:spMkLst>
            <pc:docMk/>
            <pc:sldMk cId="596446520" sldId="302"/>
            <ac:spMk id="8" creationId="{4AB75A3D-7D21-8F84-A8DD-B6E6C9471D8E}"/>
          </ac:spMkLst>
        </pc:spChg>
        <pc:spChg chg="add mod">
          <ac:chgData name="Lucas Rios" userId="b55e9a44c6326244" providerId="LiveId" clId="{C341934D-E88C-4EA1-B222-2AF0679781E8}" dt="2026-02-08T18:01:05.531" v="1008" actId="478"/>
          <ac:spMkLst>
            <pc:docMk/>
            <pc:sldMk cId="596446520" sldId="302"/>
            <ac:spMk id="9" creationId="{748A6D5E-89C7-99A6-CF9F-2A8A718A75DD}"/>
          </ac:spMkLst>
        </pc:spChg>
        <pc:spChg chg="del">
          <ac:chgData name="Lucas Rios" userId="b55e9a44c6326244" providerId="LiveId" clId="{C341934D-E88C-4EA1-B222-2AF0679781E8}" dt="2026-02-08T18:01:06.714" v="1009" actId="478"/>
          <ac:spMkLst>
            <pc:docMk/>
            <pc:sldMk cId="596446520" sldId="302"/>
            <ac:spMk id="10" creationId="{47E2654E-46C2-29CB-71B3-780E9D00828C}"/>
          </ac:spMkLst>
        </pc:spChg>
        <pc:spChg chg="add mod">
          <ac:chgData name="Lucas Rios" userId="b55e9a44c6326244" providerId="LiveId" clId="{C341934D-E88C-4EA1-B222-2AF0679781E8}" dt="2026-02-08T18:01:06.714" v="1009" actId="478"/>
          <ac:spMkLst>
            <pc:docMk/>
            <pc:sldMk cId="596446520" sldId="302"/>
            <ac:spMk id="12" creationId="{1F133150-5AEB-2D25-7830-7E5126E49D02}"/>
          </ac:spMkLst>
        </pc:spChg>
        <pc:spChg chg="del">
          <ac:chgData name="Lucas Rios" userId="b55e9a44c6326244" providerId="LiveId" clId="{C341934D-E88C-4EA1-B222-2AF0679781E8}" dt="2026-02-08T18:04:24.935" v="1147" actId="478"/>
          <ac:spMkLst>
            <pc:docMk/>
            <pc:sldMk cId="596446520" sldId="302"/>
            <ac:spMk id="80" creationId="{84934CD9-693E-230A-5966-827C093EA224}"/>
          </ac:spMkLst>
        </pc:spChg>
        <pc:spChg chg="del">
          <ac:chgData name="Lucas Rios" userId="b55e9a44c6326244" providerId="LiveId" clId="{C341934D-E88C-4EA1-B222-2AF0679781E8}" dt="2026-02-08T18:04:23.793" v="1146" actId="478"/>
          <ac:spMkLst>
            <pc:docMk/>
            <pc:sldMk cId="596446520" sldId="302"/>
            <ac:spMk id="81" creationId="{ED222693-9E54-43B4-0184-6B146E662DDB}"/>
          </ac:spMkLst>
        </pc:spChg>
      </pc:sldChg>
      <pc:sldChg chg="addSp delSp modSp add mod ord">
        <pc:chgData name="Lucas Rios" userId="b55e9a44c6326244" providerId="LiveId" clId="{C341934D-E88C-4EA1-B222-2AF0679781E8}" dt="2026-02-08T18:04:21.643" v="1145" actId="478"/>
        <pc:sldMkLst>
          <pc:docMk/>
          <pc:sldMk cId="1992617343" sldId="303"/>
        </pc:sldMkLst>
        <pc:spChg chg="add mod">
          <ac:chgData name="Lucas Rios" userId="b55e9a44c6326244" providerId="LiveId" clId="{C341934D-E88C-4EA1-B222-2AF0679781E8}" dt="2026-02-08T18:01:16.613" v="1013" actId="478"/>
          <ac:spMkLst>
            <pc:docMk/>
            <pc:sldMk cId="1992617343" sldId="303"/>
            <ac:spMk id="5" creationId="{1BB37B27-A5E7-8F2B-1F0F-B1CA3F4E5D49}"/>
          </ac:spMkLst>
        </pc:spChg>
        <pc:spChg chg="del">
          <ac:chgData name="Lucas Rios" userId="b55e9a44c6326244" providerId="LiveId" clId="{C341934D-E88C-4EA1-B222-2AF0679781E8}" dt="2026-02-08T18:01:16.613" v="1013" actId="478"/>
          <ac:spMkLst>
            <pc:docMk/>
            <pc:sldMk cId="1992617343" sldId="303"/>
            <ac:spMk id="8" creationId="{2B2B1DCC-678B-CDA7-A252-9AB9A303763B}"/>
          </ac:spMkLst>
        </pc:spChg>
        <pc:spChg chg="add mod">
          <ac:chgData name="Lucas Rios" userId="b55e9a44c6326244" providerId="LiveId" clId="{C341934D-E88C-4EA1-B222-2AF0679781E8}" dt="2026-02-08T18:01:17.715" v="1014" actId="478"/>
          <ac:spMkLst>
            <pc:docMk/>
            <pc:sldMk cId="1992617343" sldId="303"/>
            <ac:spMk id="9" creationId="{61AF602E-268D-FA3A-6969-A94C01BF9CFD}"/>
          </ac:spMkLst>
        </pc:spChg>
        <pc:spChg chg="del">
          <ac:chgData name="Lucas Rios" userId="b55e9a44c6326244" providerId="LiveId" clId="{C341934D-E88C-4EA1-B222-2AF0679781E8}" dt="2026-02-08T18:01:17.715" v="1014" actId="478"/>
          <ac:spMkLst>
            <pc:docMk/>
            <pc:sldMk cId="1992617343" sldId="303"/>
            <ac:spMk id="10" creationId="{5FC377E3-FC54-E0FA-9E21-5F4DFCD8984B}"/>
          </ac:spMkLst>
        </pc:spChg>
        <pc:spChg chg="del">
          <ac:chgData name="Lucas Rios" userId="b55e9a44c6326244" providerId="LiveId" clId="{C341934D-E88C-4EA1-B222-2AF0679781E8}" dt="2026-02-08T18:04:21.643" v="1145" actId="478"/>
          <ac:spMkLst>
            <pc:docMk/>
            <pc:sldMk cId="1992617343" sldId="303"/>
            <ac:spMk id="80" creationId="{08A7D525-373D-6B67-0686-800368005306}"/>
          </ac:spMkLst>
        </pc:spChg>
        <pc:spChg chg="del">
          <ac:chgData name="Lucas Rios" userId="b55e9a44c6326244" providerId="LiveId" clId="{C341934D-E88C-4EA1-B222-2AF0679781E8}" dt="2026-02-08T18:04:20.256" v="1144" actId="478"/>
          <ac:spMkLst>
            <pc:docMk/>
            <pc:sldMk cId="1992617343" sldId="303"/>
            <ac:spMk id="81" creationId="{F3812567-7297-73A4-10F0-E8EA9CC855D5}"/>
          </ac:spMkLst>
        </pc:spChg>
      </pc:sldChg>
      <pc:sldChg chg="addSp delSp modSp add mod ord">
        <pc:chgData name="Lucas Rios" userId="b55e9a44c6326244" providerId="LiveId" clId="{C341934D-E88C-4EA1-B222-2AF0679781E8}" dt="2026-02-08T18:04:16.625" v="1143" actId="478"/>
        <pc:sldMkLst>
          <pc:docMk/>
          <pc:sldMk cId="382497210" sldId="304"/>
        </pc:sldMkLst>
        <pc:spChg chg="add mod">
          <ac:chgData name="Lucas Rios" userId="b55e9a44c6326244" providerId="LiveId" clId="{C341934D-E88C-4EA1-B222-2AF0679781E8}" dt="2026-02-08T18:01:34.742" v="1018" actId="478"/>
          <ac:spMkLst>
            <pc:docMk/>
            <pc:sldMk cId="382497210" sldId="304"/>
            <ac:spMk id="5" creationId="{4B285A44-A1CE-AFBD-B4BA-A3646C7A3900}"/>
          </ac:spMkLst>
        </pc:spChg>
        <pc:spChg chg="del">
          <ac:chgData name="Lucas Rios" userId="b55e9a44c6326244" providerId="LiveId" clId="{C341934D-E88C-4EA1-B222-2AF0679781E8}" dt="2026-02-08T18:01:34.742" v="1018" actId="478"/>
          <ac:spMkLst>
            <pc:docMk/>
            <pc:sldMk cId="382497210" sldId="304"/>
            <ac:spMk id="10" creationId="{BE47F0B0-6F39-1D24-3318-1D801CC859AA}"/>
          </ac:spMkLst>
        </pc:spChg>
        <pc:spChg chg="del">
          <ac:chgData name="Lucas Rios" userId="b55e9a44c6326244" providerId="LiveId" clId="{C341934D-E88C-4EA1-B222-2AF0679781E8}" dt="2026-02-08T18:04:16.625" v="1143" actId="478"/>
          <ac:spMkLst>
            <pc:docMk/>
            <pc:sldMk cId="382497210" sldId="304"/>
            <ac:spMk id="80" creationId="{77336A7E-2B61-4AFC-A24F-EA92C61B6697}"/>
          </ac:spMkLst>
        </pc:spChg>
        <pc:spChg chg="del">
          <ac:chgData name="Lucas Rios" userId="b55e9a44c6326244" providerId="LiveId" clId="{C341934D-E88C-4EA1-B222-2AF0679781E8}" dt="2026-02-08T18:04:15.129" v="1142" actId="478"/>
          <ac:spMkLst>
            <pc:docMk/>
            <pc:sldMk cId="382497210" sldId="304"/>
            <ac:spMk id="81" creationId="{152F399A-B882-35D0-74CE-76887A378797}"/>
          </ac:spMkLst>
        </pc:spChg>
      </pc:sldChg>
      <pc:sldChg chg="delSp add mod ord">
        <pc:chgData name="Lucas Rios" userId="b55e9a44c6326244" providerId="LiveId" clId="{C341934D-E88C-4EA1-B222-2AF0679781E8}" dt="2026-02-08T18:04:12.368" v="1141" actId="478"/>
        <pc:sldMkLst>
          <pc:docMk/>
          <pc:sldMk cId="3567473554" sldId="305"/>
        </pc:sldMkLst>
        <pc:spChg chg="del">
          <ac:chgData name="Lucas Rios" userId="b55e9a44c6326244" providerId="LiveId" clId="{C341934D-E88C-4EA1-B222-2AF0679781E8}" dt="2026-02-08T18:04:12.368" v="1141" actId="478"/>
          <ac:spMkLst>
            <pc:docMk/>
            <pc:sldMk cId="3567473554" sldId="305"/>
            <ac:spMk id="80" creationId="{D75099A8-496D-A68E-B95D-ECBA62C1DBFB}"/>
          </ac:spMkLst>
        </pc:spChg>
        <pc:spChg chg="del">
          <ac:chgData name="Lucas Rios" userId="b55e9a44c6326244" providerId="LiveId" clId="{C341934D-E88C-4EA1-B222-2AF0679781E8}" dt="2026-02-08T18:04:10.641" v="1140" actId="478"/>
          <ac:spMkLst>
            <pc:docMk/>
            <pc:sldMk cId="3567473554" sldId="305"/>
            <ac:spMk id="81" creationId="{C3188986-D5D7-BB62-2CE3-1FC64F6E8F3B}"/>
          </ac:spMkLst>
        </pc:spChg>
      </pc:sldChg>
      <pc:sldMasterChg chg="delSldLayout">
        <pc:chgData name="Lucas Rios" userId="b55e9a44c6326244" providerId="LiveId" clId="{C341934D-E88C-4EA1-B222-2AF0679781E8}" dt="2026-02-08T18:04:38.320" v="1154" actId="47"/>
        <pc:sldMasterMkLst>
          <pc:docMk/>
          <pc:sldMasterMk cId="1928452137" sldId="2147483666"/>
        </pc:sldMasterMkLst>
        <pc:sldLayoutChg chg="del">
          <pc:chgData name="Lucas Rios" userId="b55e9a44c6326244" providerId="LiveId" clId="{C341934D-E88C-4EA1-B222-2AF0679781E8}" dt="2026-02-08T18:04:36.693" v="1152" actId="47"/>
          <pc:sldLayoutMkLst>
            <pc:docMk/>
            <pc:sldMasterMk cId="1928452137" sldId="2147483666"/>
            <pc:sldLayoutMk cId="4026250860" sldId="2147483685"/>
          </pc:sldLayoutMkLst>
        </pc:sldLayoutChg>
        <pc:sldLayoutChg chg="del">
          <pc:chgData name="Lucas Rios" userId="b55e9a44c6326244" providerId="LiveId" clId="{C341934D-E88C-4EA1-B222-2AF0679781E8}" dt="2026-02-08T18:04:38.320" v="1154" actId="47"/>
          <pc:sldLayoutMkLst>
            <pc:docMk/>
            <pc:sldMasterMk cId="1928452137" sldId="2147483666"/>
            <pc:sldLayoutMk cId="2290034707" sldId="2147483701"/>
          </pc:sldLayoutMkLst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FE75C96-6954-4169-86C5-0628F3F633E6}" type="datetime1">
              <a:rPr lang="pt-BR" smtClean="0"/>
              <a:t>08/02/2026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575291-0B95-4A00-9C6C-54CBD6EF268B}" type="datetime1">
              <a:rPr lang="pt-BR" smtClean="0"/>
              <a:pPr/>
              <a:t>08/02/2026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image" Target="../media/image19.png"/><Relationship Id="rId7" Type="http://schemas.openxmlformats.org/officeDocument/2006/relationships/image" Target="../media/image20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4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2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lemento Gráfico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nha do t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áfico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TÍTULO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7" name="Espaço Reservado para Texto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8" name="Espaço Reservado para Texto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4" name="Espaço Reservado para Texto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5" name="Espaço Reservado para Texto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6" name="Espaço Reservado para Texto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7" name="Espaço Reservado para Texto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1" name="Espaço Reservado para Texto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32" name="Espaço Reservado para Texto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3" name="Espaço Reservado para Texto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34" name="Espaço Reservado para Texto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2" name="Espaço Reservado para Texto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13" name="Espaço Reservado para Texto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8" name="Espaço Reservado para Texto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0" name="Espaço Reservado para Texto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3" name="Espaço Reservado para Texto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4" name="Espaço Reservado para Texto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valo da Seçã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ço Reservado para Texto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2" name="Espaço Reservado para Texto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3" name="Espaço Reservado para Texto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4" name="Espaço Reservado para Texto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6" name="Espaço Reservado para Texto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7" name="Espaço Reservado para Data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8" name="Espaço Reservado para Rodapé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9" name="Espaço Reservado para o Número do Slide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Trê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 de mercad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Espaço Reservado para Conteúdo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6" name="Espaço Reservado para Conteúdo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endParaRPr lang="pt-BR" noProof="0"/>
          </a:p>
        </p:txBody>
      </p:sp>
      <p:sp>
        <p:nvSpPr>
          <p:cNvPr id="27" name="Espaço Reservado para Conteúdo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údo Doi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áfico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ítulo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20" name="Espaço Reservado para Texto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5" name="Espaço Reservado para Texto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6" name="Espaço Reservado para Texto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7" name="Espaço Reservado para Texto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8" name="Espaço Reservado para Texto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9" name="Espaço Reservado para Texto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6" name="Espaço Reservado para Texto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Ano</a:t>
            </a:r>
          </a:p>
        </p:txBody>
      </p:sp>
      <p:sp>
        <p:nvSpPr>
          <p:cNvPr id="7" name="Espaço Reservado para Texto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8" name="Espaço Reservado para Texto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9" name="Espaço Reservado para Texto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Ano</a:t>
            </a:r>
          </a:p>
        </p:txBody>
      </p:sp>
      <p:sp>
        <p:nvSpPr>
          <p:cNvPr id="12" name="Espaço Reservado para Texto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3" name="Espaço Reservado para Texto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4" name="Espaço Reservado para Texto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5" name="Espaço Reservado para Texto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6" name="Espaço Reservado para Texto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7" name="Espaço Reservado para Texto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8" name="Espaço Reservado para Texto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9" name="Espaço Reservado para Texto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0" name="Espaço Reservado para Texto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1" name="Espaço Reservado para Texto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2" name="Espaço Reservado para Texto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3" name="Espaço Reservado para Texto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4" name="Espaço Reservado para Texto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5" name="Espaço Reservado para Texto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6" name="Espaço Reservado para Texto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7" name="Espaço Reservado para Texto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8" name="Espaço Reservado para Texto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9" name="Espaço Reservado para Texto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0" name="Espaço Reservado para Texto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1" name="Espaço Reservado para Texto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Espaço Reservado para Data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37" name="Espaço Reservado para Rodapé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38" name="Espaço Reservado para o Número do Slide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SmartArt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 elemento gráfico SmartArt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soas da Equipe do Slid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soas da Equipe do Slide 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55" name="Espaço Reservado para Imagem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6" name="Espaço Reservado para Imagem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7" name="Espaço Reservado para Imagem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58" name="Espaço Reservado para Imagem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4" name="Espaço Reservado para Texto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2" name="Espaço Reservado para Texto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59" name="Espaço Reservado para Texto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3" name="Espaço Reservado para Texto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0" name="Espaço Reservado para Texto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4" name="Espaço Reservado para Texto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1" name="Espaço Reservado para Texto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5" name="Espaço Reservado para Texto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7" name="Espaço Reservado para Texto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4" name="Espaço Reservado para Conteúdo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8" name="Espaço Reservado para Texto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5" name="Espaço Reservado para Conteúdo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9" name="Espaço Reservado para Texto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6" name="Espaço Reservado para Conteúdo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14" name="Espaço Reservado para Texto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ço Reservado para Conteúdo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esu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chament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Consumindo a API no Front com Streamlit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Lucas Rios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Conectar o Streamlit ao FastAPI usando requests, tratar erros de forma que o usuário entenda o que aconteceu, e introduzir autenticação via API Key.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front-end como cliente HTTP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Antes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Streamlit → provider.py → modelo, tudo no mesmo processo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Depois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Streamlit → requests.post(...) → FastAPI → provider.py → modelo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O que isso habilita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4" sz="half"/>
          </p:nvPr>
        </p:nvSpPr>
        <p:spPr/>
        <p:txBody>
          <a:bodyPr/>
          <a:lstStyle/>
          <a:p>
            <a:r>
              <a:t>Outros front-ends podem consumir o mesmo back; escala independente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biblioteca requests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GET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requests.get(url) — busca dados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POST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requests.post(url, json=...) — envia dados para processar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Resposta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status_code, .json(), .text, .headers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Protótipo vs Produto no tratamento de erro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O problema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Sem tratamento, um erro Python feio aparece para o usuário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st.spinner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Indica que algo está acontecendo enquanto aguarda a API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Regra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Um front de produção nunca expõe erro técnico direto ao usuário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Status codes e a mensagem certa para o usuário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Conexão / 500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"Serviço temporariamente indisponível" / "Tente novamente"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422 — dados inválidos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"Verifique os dados e tente novamente"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401 — não autorizado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4" sz="half"/>
          </p:nvPr>
        </p:nvSpPr>
        <p:spPr/>
        <p:txBody>
          <a:bodyPr/>
          <a:lstStyle/>
          <a:p>
            <a:r>
              <a:t>"Sessão expirada, faça login novamente"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Autenticação — API Key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No FastAPI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APIKeyHeader valida X-API-Key contra uma variável de ambiente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No Streamlit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A key vem de st.secrets — nunca hardcoded no código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Nunca faça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Colocar a key direto no código-fonte ou versionar o secrets.toml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Centralizando as chamadas de API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api_provider.py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Todas as chamadas HTTP num único módulo, como os providers do Semestre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raise_for_status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Lança exceção para qualquer 4xx/5xx, tratada de forma centralizada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Um lugar só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Trocar URL, header ou lógica de retry muda em um único arquivo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page.py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A interface só chama api_provider — não conhece requests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Referências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Requests — Documentação</a:t>
            </a:r>
          </a:p>
          <a:p>
            <a:r>
              <a:t>requests.readthedocs.io</a:t>
            </a:r>
          </a:p>
          <a:p>
            <a:r>
              <a:t>FastAPI — Security</a:t>
            </a:r>
          </a:p>
          <a:p>
            <a:r>
              <a:t>fastapi.tiangolo.com/tutorial/security</a:t>
            </a:r>
          </a:p>
          <a:p>
            <a:r>
              <a:t>Streamlit Secrets Management</a:t>
            </a:r>
          </a:p>
          <a:p>
            <a:r>
              <a:t>docs.streamlit.io</a:t>
            </a:r>
          </a:p>
          <a:p>
            <a:r>
              <a:t>OWASP API Security Top 10</a:t>
            </a:r>
          </a:p>
          <a:p>
            <a:r>
              <a:t>owasp.org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Obrigado!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Próxima aula: Gradio, Async, CORS e Roteamento de Modelos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nha única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9029_TF56180624_Win32" id="{A41EDDBB-5953-4360-9427-46649C724676}" vid="{A01FACCB-45ED-4159-A2A7-476D33FAEB2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4CF2EF3-001F-4BE9-81B3-86ECBBF942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F97B18F-50BC-4F30-8373-93489E845F8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de vendas clara e minimalista</Template>
  <TotalTime>189</TotalTime>
  <Words>767</Words>
  <Application>Microsoft Office PowerPoint</Application>
  <PresentationFormat>Widescreen</PresentationFormat>
  <Paragraphs>127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Tenorite</vt:lpstr>
      <vt:lpstr>Linha única</vt:lpstr>
      <vt:lpstr>Front End &amp; mobile development</vt:lpstr>
      <vt:lpstr>Apresentação do PowerPoint</vt:lpstr>
      <vt:lpstr>Apresentação do PowerPoint</vt:lpstr>
      <vt:lpstr>Importância do front end em ia</vt:lpstr>
      <vt:lpstr>Principais Ferramentas</vt:lpstr>
      <vt:lpstr>Principais Ferramentas</vt:lpstr>
      <vt:lpstr>Como pensar o front end</vt:lpstr>
      <vt:lpstr>Como pensar o front end</vt:lpstr>
      <vt:lpstr>Como pensar o front end</vt:lpstr>
      <vt:lpstr>Como pensar o front end</vt:lpstr>
      <vt:lpstr>Streamlit</vt:lpstr>
      <vt:lpstr>Streamlit</vt:lpstr>
      <vt:lpstr>Streamlit</vt:lpstr>
      <vt:lpstr>Streamlit</vt:lpstr>
      <vt:lpstr>Streamlit</vt:lpstr>
      <vt:lpstr>streamLit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Rios</dc:creator>
  <cp:lastModifiedBy>Lucas Rios</cp:lastModifiedBy>
  <cp:revision>1</cp:revision>
  <dcterms:created xsi:type="dcterms:W3CDTF">2026-02-08T14:58:32Z</dcterms:created>
  <dcterms:modified xsi:type="dcterms:W3CDTF">2026-02-08T18:08:07Z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