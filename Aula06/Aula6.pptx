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30"/>
  </p:notesMasterIdLst>
  <p:handoutMasterIdLst>
    <p:handoutMasterId r:id="rId31"/>
  </p:handoutMasterIdLst>
  <p:sldIdLst>
    <p:sldId id="256" r:id="rId5"/>
    <p:sldId id="313" r:id="rId6"/>
    <p:sldId id="351" r:id="rId7"/>
    <p:sldId id="326" r:id="rId8"/>
    <p:sldId id="345" r:id="rId9"/>
    <p:sldId id="346" r:id="rId10"/>
    <p:sldId id="347" r:id="rId11"/>
    <p:sldId id="348" r:id="rId12"/>
    <p:sldId id="349" r:id="rId13"/>
    <p:sldId id="350" r:id="rId14"/>
    <p:sldId id="352" r:id="rId15"/>
    <p:sldId id="353" r:id="rId16"/>
    <p:sldId id="359" r:id="rId17"/>
    <p:sldId id="360" r:id="rId18"/>
    <p:sldId id="361" r:id="rId19"/>
    <p:sldId id="362" r:id="rId20"/>
    <p:sldId id="363" r:id="rId21"/>
    <p:sldId id="364" r:id="rId22"/>
    <p:sldId id="365" r:id="rId23"/>
    <p:sldId id="354" r:id="rId24"/>
    <p:sldId id="355" r:id="rId25"/>
    <p:sldId id="356" r:id="rId26"/>
    <p:sldId id="357" r:id="rId27"/>
    <p:sldId id="358" r:id="rId28"/>
    <p:sldId id="276" r:id="rId29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2B8DF-E0C8-46DB-8C2B-63FC5A2F73F0}" v="145" dt="2026-02-08T18:03:46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2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os" userId="b55e9a44c6326244" providerId="LiveId" clId="{C341934D-E88C-4EA1-B222-2AF0679781E8}"/>
    <pc:docChg chg="undo custSel addSld delSld modSld sldOrd">
      <pc:chgData name="Lucas Rios" userId="b55e9a44c6326244" providerId="LiveId" clId="{C341934D-E88C-4EA1-B222-2AF0679781E8}" dt="2026-02-08T18:08:03.792" v="1180" actId="20577"/>
      <pc:docMkLst>
        <pc:docMk/>
      </pc:docMkLst>
      <pc:sldChg chg="del">
        <pc:chgData name="Lucas Rios" userId="b55e9a44c6326244" providerId="LiveId" clId="{C341934D-E88C-4EA1-B222-2AF0679781E8}" dt="2026-02-08T18:04:34.192" v="1149" actId="47"/>
        <pc:sldMkLst>
          <pc:docMk/>
          <pc:sldMk cId="707789176" sldId="258"/>
        </pc:sldMkLst>
      </pc:sldChg>
      <pc:sldChg chg="del">
        <pc:chgData name="Lucas Rios" userId="b55e9a44c6326244" providerId="LiveId" clId="{C341934D-E88C-4EA1-B222-2AF0679781E8}" dt="2026-02-08T18:04:39.743" v="1156" actId="47"/>
        <pc:sldMkLst>
          <pc:docMk/>
          <pc:sldMk cId="566997565" sldId="260"/>
        </pc:sldMkLst>
      </pc:sldChg>
      <pc:sldChg chg="addSp delSp modSp mod">
        <pc:chgData name="Lucas Rios" userId="b55e9a44c6326244" providerId="LiveId" clId="{C341934D-E88C-4EA1-B222-2AF0679781E8}" dt="2026-02-08T15:30:14.767" v="96" actId="20577"/>
        <pc:sldMkLst>
          <pc:docMk/>
          <pc:sldMk cId="1738561688" sldId="261"/>
        </pc:sldMkLst>
        <pc:spChg chg="mod">
          <ac:chgData name="Lucas Rios" userId="b55e9a44c6326244" providerId="LiveId" clId="{C341934D-E88C-4EA1-B222-2AF0679781E8}" dt="2026-02-08T15:25:17.789" v="10" actId="1076"/>
          <ac:spMkLst>
            <pc:docMk/>
            <pc:sldMk cId="1738561688" sldId="261"/>
            <ac:spMk id="6" creationId="{5C594564-4FC6-401A-8586-44735EE819EC}"/>
          </ac:spMkLst>
        </pc:spChg>
        <pc:spChg chg="mod">
          <ac:chgData name="Lucas Rios" userId="b55e9a44c6326244" providerId="LiveId" clId="{C341934D-E88C-4EA1-B222-2AF0679781E8}" dt="2026-02-08T15:25:34.668" v="14" actId="1076"/>
          <ac:spMkLst>
            <pc:docMk/>
            <pc:sldMk cId="1738561688" sldId="261"/>
            <ac:spMk id="10" creationId="{02D305EF-9A88-496B-BFC1-D589A01EE381}"/>
          </ac:spMkLst>
        </pc:spChg>
        <pc:spChg chg="mod">
          <ac:chgData name="Lucas Rios" userId="b55e9a44c6326244" providerId="LiveId" clId="{C341934D-E88C-4EA1-B222-2AF0679781E8}" dt="2026-02-08T15:24:40.604" v="6" actId="1076"/>
          <ac:spMkLst>
            <pc:docMk/>
            <pc:sldMk cId="1738561688" sldId="261"/>
            <ac:spMk id="13" creationId="{E3984D70-BD95-4E1F-9725-902B5D74DED6}"/>
          </ac:spMkLst>
        </pc:spChg>
        <pc:spChg chg="del">
          <ac:chgData name="Lucas Rios" userId="b55e9a44c6326244" providerId="LiveId" clId="{C341934D-E88C-4EA1-B222-2AF0679781E8}" dt="2026-02-08T15:24:25.771" v="4" actId="478"/>
          <ac:spMkLst>
            <pc:docMk/>
            <pc:sldMk cId="1738561688" sldId="261"/>
            <ac:spMk id="17" creationId="{C987BA72-F025-3434-02C8-6EECF7F7A7C7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0" creationId="{604D4632-7501-93D4-0DCE-FD6B450A4635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1" creationId="{30B35F1C-0ED3-AE28-5CCE-B4786E66DE7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2" creationId="{6F977C91-F781-6C5E-E34B-7D2E920AA74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3" creationId="{037894EF-FCC4-EBCB-E79D-2D91C89299ED}"/>
          </ac:spMkLst>
        </pc:spChg>
        <pc:spChg chg="add mod">
          <ac:chgData name="Lucas Rios" userId="b55e9a44c6326244" providerId="LiveId" clId="{C341934D-E88C-4EA1-B222-2AF0679781E8}" dt="2026-02-08T15:26:20.943" v="90"/>
          <ac:spMkLst>
            <pc:docMk/>
            <pc:sldMk cId="1738561688" sldId="261"/>
            <ac:spMk id="24" creationId="{CD3C008D-D28E-EC48-4D0D-153FCC20DA0A}"/>
          </ac:spMkLst>
        </pc:spChg>
        <pc:spChg chg="add mod">
          <ac:chgData name="Lucas Rios" userId="b55e9a44c6326244" providerId="LiveId" clId="{C341934D-E88C-4EA1-B222-2AF0679781E8}" dt="2026-02-08T15:30:14.767" v="96" actId="20577"/>
          <ac:spMkLst>
            <pc:docMk/>
            <pc:sldMk cId="1738561688" sldId="261"/>
            <ac:spMk id="25" creationId="{580807DA-4AFE-B13A-A320-64332B19E1F1}"/>
          </ac:spMkLst>
        </pc:spChg>
        <pc:spChg chg="add mod">
          <ac:chgData name="Lucas Rios" userId="b55e9a44c6326244" providerId="LiveId" clId="{C341934D-E88C-4EA1-B222-2AF0679781E8}" dt="2026-02-08T15:26:14.038" v="87"/>
          <ac:spMkLst>
            <pc:docMk/>
            <pc:sldMk cId="1738561688" sldId="261"/>
            <ac:spMk id="26" creationId="{A557ABDF-0B4D-8A0E-C130-F79BF3F688CE}"/>
          </ac:spMkLst>
        </pc:spChg>
        <pc:spChg chg="add mod">
          <ac:chgData name="Lucas Rios" userId="b55e9a44c6326244" providerId="LiveId" clId="{C341934D-E88C-4EA1-B222-2AF0679781E8}" dt="2026-02-08T15:26:16.701" v="89"/>
          <ac:spMkLst>
            <pc:docMk/>
            <pc:sldMk cId="1738561688" sldId="261"/>
            <ac:spMk id="27" creationId="{497440A0-DAE8-F5F7-2C06-69B86B180C1B}"/>
          </ac:spMkLst>
        </pc:spChg>
        <pc:picChg chg="add mod">
          <ac:chgData name="Lucas Rios" userId="b55e9a44c6326244" providerId="LiveId" clId="{C341934D-E88C-4EA1-B222-2AF0679781E8}" dt="2026-02-08T15:26:38.163" v="94" actId="1076"/>
          <ac:picMkLst>
            <pc:docMk/>
            <pc:sldMk cId="1738561688" sldId="261"/>
            <ac:picMk id="29" creationId="{ED1EA5B5-E8CA-2DF3-A6B0-595C8C0D8A7A}"/>
          </ac:picMkLst>
        </pc:picChg>
      </pc:sldChg>
      <pc:sldChg chg="addSp delSp modSp del mod ord">
        <pc:chgData name="Lucas Rios" userId="b55e9a44c6326244" providerId="LiveId" clId="{C341934D-E88C-4EA1-B222-2AF0679781E8}" dt="2026-02-08T18:01:52.609" v="1022" actId="47"/>
        <pc:sldMkLst>
          <pc:docMk/>
          <pc:sldMk cId="1593920805" sldId="262"/>
        </pc:sldMkLst>
        <pc:spChg chg="mod">
          <ac:chgData name="Lucas Rios" userId="b55e9a44c6326244" providerId="LiveId" clId="{C341934D-E88C-4EA1-B222-2AF0679781E8}" dt="2026-02-08T17:58:43.157" v="982" actId="20577"/>
          <ac:spMkLst>
            <pc:docMk/>
            <pc:sldMk cId="1593920805" sldId="262"/>
            <ac:spMk id="2" creationId="{75031FE9-9059-4FE8-B4AC-9771F23A1B89}"/>
          </ac:spMkLst>
        </pc:spChg>
        <pc:spChg chg="del">
          <ac:chgData name="Lucas Rios" userId="b55e9a44c6326244" providerId="LiveId" clId="{C341934D-E88C-4EA1-B222-2AF0679781E8}" dt="2026-02-08T17:58:50.283" v="984" actId="478"/>
          <ac:spMkLst>
            <pc:docMk/>
            <pc:sldMk cId="1593920805" sldId="262"/>
            <ac:spMk id="3" creationId="{D4A2EB3F-4D60-451F-8F45-7D6654D2FCD9}"/>
          </ac:spMkLst>
        </pc:spChg>
        <pc:spChg chg="mod">
          <ac:chgData name="Lucas Rios" userId="b55e9a44c6326244" providerId="LiveId" clId="{C341934D-E88C-4EA1-B222-2AF0679781E8}" dt="2026-02-08T17:58:56.775" v="987" actId="1076"/>
          <ac:spMkLst>
            <pc:docMk/>
            <pc:sldMk cId="1593920805" sldId="262"/>
            <ac:spMk id="4" creationId="{AC1C80FB-53F9-42EE-B1E6-D0F998EC5DFA}"/>
          </ac:spMkLst>
        </pc:spChg>
        <pc:spChg chg="del">
          <ac:chgData name="Lucas Rios" userId="b55e9a44c6326244" providerId="LiveId" clId="{C341934D-E88C-4EA1-B222-2AF0679781E8}" dt="2026-02-08T17:59:12.292" v="988" actId="478"/>
          <ac:spMkLst>
            <pc:docMk/>
            <pc:sldMk cId="1593920805" sldId="262"/>
            <ac:spMk id="5" creationId="{E81BA2B5-6A90-4204-ABDD-7183FBB03A02}"/>
          </ac:spMkLst>
        </pc:spChg>
        <pc:spChg chg="mod">
          <ac:chgData name="Lucas Rios" userId="b55e9a44c6326244" providerId="LiveId" clId="{C341934D-E88C-4EA1-B222-2AF0679781E8}" dt="2026-02-08T17:59:24.909" v="994" actId="20577"/>
          <ac:spMkLst>
            <pc:docMk/>
            <pc:sldMk cId="1593920805" sldId="262"/>
            <ac:spMk id="6" creationId="{7E7D4C34-22A0-4D54-A07D-E1E9A11463E5}"/>
          </ac:spMkLst>
        </pc:spChg>
        <pc:spChg chg="del">
          <ac:chgData name="Lucas Rios" userId="b55e9a44c6326244" providerId="LiveId" clId="{C341934D-E88C-4EA1-B222-2AF0679781E8}" dt="2026-02-08T17:59:56.659" v="995" actId="478"/>
          <ac:spMkLst>
            <pc:docMk/>
            <pc:sldMk cId="1593920805" sldId="262"/>
            <ac:spMk id="7" creationId="{301D392D-FB66-47A0-B628-5ADE822A2CFF}"/>
          </ac:spMkLst>
        </pc:spChg>
        <pc:spChg chg="mod">
          <ac:chgData name="Lucas Rios" userId="b55e9a44c6326244" providerId="LiveId" clId="{C341934D-E88C-4EA1-B222-2AF0679781E8}" dt="2026-02-08T18:00:02.764" v="998"/>
          <ac:spMkLst>
            <pc:docMk/>
            <pc:sldMk cId="1593920805" sldId="262"/>
            <ac:spMk id="8" creationId="{51C26CE0-2506-4B44-A26F-C12BFA5B18B5}"/>
          </ac:spMkLst>
        </pc:spChg>
        <pc:spChg chg="del">
          <ac:chgData name="Lucas Rios" userId="b55e9a44c6326244" providerId="LiveId" clId="{C341934D-E88C-4EA1-B222-2AF0679781E8}" dt="2026-02-08T18:00:08.936" v="999" actId="478"/>
          <ac:spMkLst>
            <pc:docMk/>
            <pc:sldMk cId="1593920805" sldId="262"/>
            <ac:spMk id="9" creationId="{868F40F8-BF35-45E9-B3DD-5436362D746E}"/>
          </ac:spMkLst>
        </pc:spChg>
        <pc:spChg chg="mod">
          <ac:chgData name="Lucas Rios" userId="b55e9a44c6326244" providerId="LiveId" clId="{C341934D-E88C-4EA1-B222-2AF0679781E8}" dt="2026-02-08T18:00:52.392" v="1005" actId="27636"/>
          <ac:spMkLst>
            <pc:docMk/>
            <pc:sldMk cId="1593920805" sldId="262"/>
            <ac:spMk id="10" creationId="{7F39C97C-2DDC-4706-B96C-B02FAE53A426}"/>
          </ac:spMkLst>
        </pc:spChg>
        <pc:spChg chg="add del mod">
          <ac:chgData name="Lucas Rios" userId="b55e9a44c6326244" providerId="LiveId" clId="{C341934D-E88C-4EA1-B222-2AF0679781E8}" dt="2026-02-08T17:58:52.981" v="986" actId="478"/>
          <ac:spMkLst>
            <pc:docMk/>
            <pc:sldMk cId="1593920805" sldId="262"/>
            <ac:spMk id="12" creationId="{606B07B4-5285-BE73-F80C-8DCD51B2805A}"/>
          </ac:spMkLst>
        </pc:spChg>
        <pc:spChg chg="add del mod">
          <ac:chgData name="Lucas Rios" userId="b55e9a44c6326244" providerId="LiveId" clId="{C341934D-E88C-4EA1-B222-2AF0679781E8}" dt="2026-02-08T17:59:14.569" v="990" actId="478"/>
          <ac:spMkLst>
            <pc:docMk/>
            <pc:sldMk cId="1593920805" sldId="262"/>
            <ac:spMk id="14" creationId="{E3F40B44-77C5-9E14-05D4-1D818C2CF4D7}"/>
          </ac:spMkLst>
        </pc:spChg>
        <pc:spChg chg="add del mod">
          <ac:chgData name="Lucas Rios" userId="b55e9a44c6326244" providerId="LiveId" clId="{C341934D-E88C-4EA1-B222-2AF0679781E8}" dt="2026-02-08T17:59:58.889" v="997" actId="478"/>
          <ac:spMkLst>
            <pc:docMk/>
            <pc:sldMk cId="1593920805" sldId="262"/>
            <ac:spMk id="16" creationId="{6786D882-B777-32D9-1B38-96852ED35CC2}"/>
          </ac:spMkLst>
        </pc:spChg>
        <pc:spChg chg="add del mod">
          <ac:chgData name="Lucas Rios" userId="b55e9a44c6326244" providerId="LiveId" clId="{C341934D-E88C-4EA1-B222-2AF0679781E8}" dt="2026-02-08T18:00:10.640" v="1001" actId="478"/>
          <ac:spMkLst>
            <pc:docMk/>
            <pc:sldMk cId="1593920805" sldId="262"/>
            <ac:spMk id="18" creationId="{51C65F6B-B897-66C2-5D54-3CCA0B5992E1}"/>
          </ac:spMkLst>
        </pc:spChg>
      </pc:sldChg>
      <pc:sldChg chg="addSp delSp modSp mod ord">
        <pc:chgData name="Lucas Rios" userId="b55e9a44c6326244" providerId="LiveId" clId="{C341934D-E88C-4EA1-B222-2AF0679781E8}" dt="2026-02-08T17:57:13.199" v="950" actId="1076"/>
        <pc:sldMkLst>
          <pc:docMk/>
          <pc:sldMk cId="1346372204" sldId="264"/>
        </pc:sldMkLst>
        <pc:spChg chg="mod">
          <ac:chgData name="Lucas Rios" userId="b55e9a44c6326244" providerId="LiveId" clId="{C341934D-E88C-4EA1-B222-2AF0679781E8}" dt="2026-02-08T16:12:53.748" v="462" actId="20577"/>
          <ac:spMkLst>
            <pc:docMk/>
            <pc:sldMk cId="1346372204" sldId="264"/>
            <ac:spMk id="2" creationId="{537E1C88-627C-4655-A4FB-0BB02EDB078A}"/>
          </ac:spMkLst>
        </pc:spChg>
        <pc:spChg chg="del">
          <ac:chgData name="Lucas Rios" userId="b55e9a44c6326244" providerId="LiveId" clId="{C341934D-E88C-4EA1-B222-2AF0679781E8}" dt="2026-02-08T16:13:06.233" v="465" actId="478"/>
          <ac:spMkLst>
            <pc:docMk/>
            <pc:sldMk cId="1346372204" sldId="264"/>
            <ac:spMk id="3" creationId="{033634FE-ADF0-4BC3-A0A9-447EA9DD096B}"/>
          </ac:spMkLst>
        </pc:spChg>
        <pc:spChg chg="del">
          <ac:chgData name="Lucas Rios" userId="b55e9a44c6326244" providerId="LiveId" clId="{C341934D-E88C-4EA1-B222-2AF0679781E8}" dt="2026-02-08T16:12:59.723" v="464" actId="478"/>
          <ac:spMkLst>
            <pc:docMk/>
            <pc:sldMk cId="1346372204" sldId="264"/>
            <ac:spMk id="4" creationId="{5C2ACA2A-6BBE-47CF-B76F-F56C9DBF77E6}"/>
          </ac:spMkLst>
        </pc:spChg>
        <pc:spChg chg="del">
          <ac:chgData name="Lucas Rios" userId="b55e9a44c6326244" providerId="LiveId" clId="{C341934D-E88C-4EA1-B222-2AF0679781E8}" dt="2026-02-08T16:12:58.410" v="463" actId="478"/>
          <ac:spMkLst>
            <pc:docMk/>
            <pc:sldMk cId="1346372204" sldId="264"/>
            <ac:spMk id="5" creationId="{396A095E-DB05-47EC-A2D5-47398A4A00B4}"/>
          </ac:spMkLst>
        </pc:spChg>
        <pc:spChg chg="add del mod">
          <ac:chgData name="Lucas Rios" userId="b55e9a44c6326244" providerId="LiveId" clId="{C341934D-E88C-4EA1-B222-2AF0679781E8}" dt="2026-02-08T16:13:07.964" v="466" actId="478"/>
          <ac:spMkLst>
            <pc:docMk/>
            <pc:sldMk cId="1346372204" sldId="264"/>
            <ac:spMk id="8" creationId="{12364E2B-402C-ADF8-2207-DF8EE1CFA5F9}"/>
          </ac:spMkLst>
        </pc:spChg>
        <pc:picChg chg="add del mod">
          <ac:chgData name="Lucas Rios" userId="b55e9a44c6326244" providerId="LiveId" clId="{C341934D-E88C-4EA1-B222-2AF0679781E8}" dt="2026-02-08T16:17:48.346" v="473" actId="478"/>
          <ac:picMkLst>
            <pc:docMk/>
            <pc:sldMk cId="1346372204" sldId="264"/>
            <ac:picMk id="10" creationId="{4132073A-1C5D-DB01-ADB8-C8854F231C10}"/>
          </ac:picMkLst>
        </pc:picChg>
        <pc:picChg chg="add mod">
          <ac:chgData name="Lucas Rios" userId="b55e9a44c6326244" providerId="LiveId" clId="{C341934D-E88C-4EA1-B222-2AF0679781E8}" dt="2026-02-08T17:57:13.199" v="950" actId="1076"/>
          <ac:picMkLst>
            <pc:docMk/>
            <pc:sldMk cId="1346372204" sldId="264"/>
            <ac:picMk id="11" creationId="{8361667A-B78B-D608-9336-901DBED49A93}"/>
          </ac:picMkLst>
        </pc:picChg>
      </pc:sldChg>
      <pc:sldChg chg="delSp modSp mod ord">
        <pc:chgData name="Lucas Rios" userId="b55e9a44c6326244" providerId="LiveId" clId="{C341934D-E88C-4EA1-B222-2AF0679781E8}" dt="2026-02-08T16:09:54.265" v="451" actId="20577"/>
        <pc:sldMkLst>
          <pc:docMk/>
          <pc:sldMk cId="2121178069" sldId="266"/>
        </pc:sldMkLst>
        <pc:spChg chg="mod">
          <ac:chgData name="Lucas Rios" userId="b55e9a44c6326244" providerId="LiveId" clId="{C341934D-E88C-4EA1-B222-2AF0679781E8}" dt="2026-02-08T15:40:39.610" v="258" actId="20577"/>
          <ac:spMkLst>
            <pc:docMk/>
            <pc:sldMk cId="2121178069" sldId="266"/>
            <ac:spMk id="2" creationId="{5CE54ABB-4929-4810-950B-2DAEA0A5BAB4}"/>
          </ac:spMkLst>
        </pc:spChg>
        <pc:spChg chg="mod">
          <ac:chgData name="Lucas Rios" userId="b55e9a44c6326244" providerId="LiveId" clId="{C341934D-E88C-4EA1-B222-2AF0679781E8}" dt="2026-02-08T15:41:47.318" v="267"/>
          <ac:spMkLst>
            <pc:docMk/>
            <pc:sldMk cId="2121178069" sldId="266"/>
            <ac:spMk id="3" creationId="{D5E1C399-8F48-44F5-9461-3C89866D4CE1}"/>
          </ac:spMkLst>
        </pc:spChg>
        <pc:spChg chg="mod">
          <ac:chgData name="Lucas Rios" userId="b55e9a44c6326244" providerId="LiveId" clId="{C341934D-E88C-4EA1-B222-2AF0679781E8}" dt="2026-02-08T16:09:54.265" v="451" actId="20577"/>
          <ac:spMkLst>
            <pc:docMk/>
            <pc:sldMk cId="2121178069" sldId="266"/>
            <ac:spMk id="4" creationId="{A112B089-A8F9-45B1-BE6E-EAC10163F082}"/>
          </ac:spMkLst>
        </pc:spChg>
        <pc:spChg chg="mod">
          <ac:chgData name="Lucas Rios" userId="b55e9a44c6326244" providerId="LiveId" clId="{C341934D-E88C-4EA1-B222-2AF0679781E8}" dt="2026-02-08T15:42:19.100" v="274" actId="242"/>
          <ac:spMkLst>
            <pc:docMk/>
            <pc:sldMk cId="2121178069" sldId="266"/>
            <ac:spMk id="5" creationId="{CF515C5D-2CDB-4E66-B2B8-1451BC44247F}"/>
          </ac:spMkLst>
        </pc:spChg>
        <pc:spChg chg="mod">
          <ac:chgData name="Lucas Rios" userId="b55e9a44c6326244" providerId="LiveId" clId="{C341934D-E88C-4EA1-B222-2AF0679781E8}" dt="2026-02-08T15:42:16.242" v="273" actId="242"/>
          <ac:spMkLst>
            <pc:docMk/>
            <pc:sldMk cId="2121178069" sldId="266"/>
            <ac:spMk id="6" creationId="{0FE22F9B-4BF8-41DC-8F1C-836B546E59AD}"/>
          </ac:spMkLst>
        </pc:spChg>
        <pc:spChg chg="mod">
          <ac:chgData name="Lucas Rios" userId="b55e9a44c6326244" providerId="LiveId" clId="{C341934D-E88C-4EA1-B222-2AF0679781E8}" dt="2026-02-08T15:41:26.763" v="266" actId="20577"/>
          <ac:spMkLst>
            <pc:docMk/>
            <pc:sldMk cId="2121178069" sldId="266"/>
            <ac:spMk id="7" creationId="{6B35F89A-6CDF-41F7-BD87-18B45BD7330B}"/>
          </ac:spMkLst>
        </pc:spChg>
        <pc:spChg chg="mod">
          <ac:chgData name="Lucas Rios" userId="b55e9a44c6326244" providerId="LiveId" clId="{C341934D-E88C-4EA1-B222-2AF0679781E8}" dt="2026-02-08T15:42:02.971" v="271" actId="27636"/>
          <ac:spMkLst>
            <pc:docMk/>
            <pc:sldMk cId="2121178069" sldId="266"/>
            <ac:spMk id="8" creationId="{E92B9716-8D44-4864-8986-720957B34362}"/>
          </ac:spMkLst>
        </pc:spChg>
        <pc:spChg chg="del">
          <ac:chgData name="Lucas Rios" userId="b55e9a44c6326244" providerId="LiveId" clId="{C341934D-E88C-4EA1-B222-2AF0679781E8}" dt="2026-02-08T15:47:46.996" v="276" actId="478"/>
          <ac:spMkLst>
            <pc:docMk/>
            <pc:sldMk cId="2121178069" sldId="266"/>
            <ac:spMk id="9" creationId="{7B78F7A0-88C5-4940-B21C-099F472F39F9}"/>
          </ac:spMkLst>
        </pc:spChg>
        <pc:spChg chg="del">
          <ac:chgData name="Lucas Rios" userId="b55e9a44c6326244" providerId="LiveId" clId="{C341934D-E88C-4EA1-B222-2AF0679781E8}" dt="2026-02-08T15:47:45.325" v="275" actId="478"/>
          <ac:spMkLst>
            <pc:docMk/>
            <pc:sldMk cId="2121178069" sldId="266"/>
            <ac:spMk id="10" creationId="{D2186069-FC8E-433D-9BB4-942220CE8CFB}"/>
          </ac:spMkLst>
        </pc:spChg>
      </pc:sldChg>
      <pc:sldChg chg="del">
        <pc:chgData name="Lucas Rios" userId="b55e9a44c6326244" providerId="LiveId" clId="{C341934D-E88C-4EA1-B222-2AF0679781E8}" dt="2026-02-08T18:04:36.068" v="1151" actId="47"/>
        <pc:sldMkLst>
          <pc:docMk/>
          <pc:sldMk cId="4151694508" sldId="268"/>
        </pc:sldMkLst>
      </pc:sldChg>
      <pc:sldChg chg="del">
        <pc:chgData name="Lucas Rios" userId="b55e9a44c6326244" providerId="LiveId" clId="{C341934D-E88C-4EA1-B222-2AF0679781E8}" dt="2026-02-08T18:04:37.325" v="1153" actId="47"/>
        <pc:sldMkLst>
          <pc:docMk/>
          <pc:sldMk cId="1472106130" sldId="270"/>
        </pc:sldMkLst>
      </pc:sldChg>
      <pc:sldChg chg="del">
        <pc:chgData name="Lucas Rios" userId="b55e9a44c6326244" providerId="LiveId" clId="{C341934D-E88C-4EA1-B222-2AF0679781E8}" dt="2026-02-08T18:04:42.845" v="1160" actId="47"/>
        <pc:sldMkLst>
          <pc:docMk/>
          <pc:sldMk cId="920173932" sldId="275"/>
        </pc:sldMkLst>
      </pc:sldChg>
      <pc:sldChg chg="addSp delSp modSp mod">
        <pc:chgData name="Lucas Rios" userId="b55e9a44c6326244" providerId="LiveId" clId="{C341934D-E88C-4EA1-B222-2AF0679781E8}" dt="2026-02-08T18:04:54.061" v="1164" actId="478"/>
        <pc:sldMkLst>
          <pc:docMk/>
          <pc:sldMk cId="2436493926" sldId="276"/>
        </pc:sldMkLst>
        <pc:spChg chg="del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2" creationId="{BCCAEE93-8585-46D4-A7EC-F184E317CB2E}"/>
          </ac:spMkLst>
        </pc:spChg>
        <pc:spChg chg="del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3" creationId="{24AFFC60-19C3-4901-93F7-7AAF4C09F8C6}"/>
          </ac:spMkLst>
        </pc:spChg>
        <pc:spChg chg="del">
          <ac:chgData name="Lucas Rios" userId="b55e9a44c6326244" providerId="LiveId" clId="{C341934D-E88C-4EA1-B222-2AF0679781E8}" dt="2026-02-08T18:04:52.737" v="1163" actId="478"/>
          <ac:spMkLst>
            <pc:docMk/>
            <pc:sldMk cId="2436493926" sldId="276"/>
            <ac:spMk id="4" creationId="{72DA7980-C870-4C9A-84FA-4120D8AF5DE8}"/>
          </ac:spMkLst>
        </pc:spChg>
        <pc:spChg chg="del">
          <ac:chgData name="Lucas Rios" userId="b55e9a44c6326244" providerId="LiveId" clId="{C341934D-E88C-4EA1-B222-2AF0679781E8}" dt="2026-02-08T18:04:54.061" v="1164" actId="478"/>
          <ac:spMkLst>
            <pc:docMk/>
            <pc:sldMk cId="2436493926" sldId="276"/>
            <ac:spMk id="5" creationId="{0DFADE42-1A3F-40C8-A071-E57644F3D843}"/>
          </ac:spMkLst>
        </pc:spChg>
        <pc:spChg chg="add mod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8" creationId="{3FEE16FE-42BD-2705-84B0-117D39699AFE}"/>
          </ac:spMkLst>
        </pc:spChg>
        <pc:spChg chg="add mod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10" creationId="{FD4B030A-025E-AB8B-F0CA-DE1F0D3C3FAD}"/>
          </ac:spMkLst>
        </pc:spChg>
      </pc:sldChg>
      <pc:sldChg chg="delSp modSp mod">
        <pc:chgData name="Lucas Rios" userId="b55e9a44c6326244" providerId="LiveId" clId="{C341934D-E88C-4EA1-B222-2AF0679781E8}" dt="2026-02-08T18:04:05.728" v="1139" actId="478"/>
        <pc:sldMkLst>
          <pc:docMk/>
          <pc:sldMk cId="2243494996" sldId="277"/>
        </pc:sldMkLst>
        <pc:spChg chg="mod">
          <ac:chgData name="Lucas Rios" userId="b55e9a44c6326244" providerId="LiveId" clId="{C341934D-E88C-4EA1-B222-2AF0679781E8}" dt="2026-02-08T17:58:10.680" v="959" actId="20577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Lucas Rios" userId="b55e9a44c6326244" providerId="LiveId" clId="{C341934D-E88C-4EA1-B222-2AF0679781E8}" dt="2026-02-08T18:04:00.280" v="1137" actId="20577"/>
          <ac:spMkLst>
            <pc:docMk/>
            <pc:sldMk cId="2243494996" sldId="277"/>
            <ac:spMk id="3" creationId="{35E3EA69-4E0E-41BD-8095-A124225A2647}"/>
          </ac:spMkLst>
        </pc:spChg>
        <pc:spChg chg="del">
          <ac:chgData name="Lucas Rios" userId="b55e9a44c6326244" providerId="LiveId" clId="{C341934D-E88C-4EA1-B222-2AF0679781E8}" dt="2026-02-08T18:04:03.032" v="1138" actId="478"/>
          <ac:spMkLst>
            <pc:docMk/>
            <pc:sldMk cId="2243494996" sldId="277"/>
            <ac:spMk id="5" creationId="{AF29EA23-F34E-486A-B8B2-0C3019266975}"/>
          </ac:spMkLst>
        </pc:spChg>
        <pc:spChg chg="del">
          <ac:chgData name="Lucas Rios" userId="b55e9a44c6326244" providerId="LiveId" clId="{C341934D-E88C-4EA1-B222-2AF0679781E8}" dt="2026-02-08T18:04:05.728" v="1139" actId="478"/>
          <ac:spMkLst>
            <pc:docMk/>
            <pc:sldMk cId="2243494996" sldId="277"/>
            <ac:spMk id="6" creationId="{B69DF042-37C5-4E09-AA4C-AA66649C9533}"/>
          </ac:spMkLst>
        </pc:spChg>
      </pc:sldChg>
      <pc:sldChg chg="del">
        <pc:chgData name="Lucas Rios" userId="b55e9a44c6326244" providerId="LiveId" clId="{C341934D-E88C-4EA1-B222-2AF0679781E8}" dt="2026-02-08T18:04:34.788" v="1150" actId="47"/>
        <pc:sldMkLst>
          <pc:docMk/>
          <pc:sldMk cId="2069393026" sldId="278"/>
        </pc:sldMkLst>
      </pc:sldChg>
      <pc:sldChg chg="del">
        <pc:chgData name="Lucas Rios" userId="b55e9a44c6326244" providerId="LiveId" clId="{C341934D-E88C-4EA1-B222-2AF0679781E8}" dt="2026-02-08T18:04:36.693" v="1152" actId="47"/>
        <pc:sldMkLst>
          <pc:docMk/>
          <pc:sldMk cId="1417396711" sldId="280"/>
        </pc:sldMkLst>
      </pc:sldChg>
      <pc:sldChg chg="del">
        <pc:chgData name="Lucas Rios" userId="b55e9a44c6326244" providerId="LiveId" clId="{C341934D-E88C-4EA1-B222-2AF0679781E8}" dt="2026-02-08T18:04:40.425" v="1157" actId="47"/>
        <pc:sldMkLst>
          <pc:docMk/>
          <pc:sldMk cId="3477453048" sldId="282"/>
        </pc:sldMkLst>
      </pc:sldChg>
      <pc:sldChg chg="del">
        <pc:chgData name="Lucas Rios" userId="b55e9a44c6326244" providerId="LiveId" clId="{C341934D-E88C-4EA1-B222-2AF0679781E8}" dt="2026-02-08T18:04:41.024" v="1158" actId="47"/>
        <pc:sldMkLst>
          <pc:docMk/>
          <pc:sldMk cId="3396266754" sldId="283"/>
        </pc:sldMkLst>
      </pc:sldChg>
      <pc:sldChg chg="del">
        <pc:chgData name="Lucas Rios" userId="b55e9a44c6326244" providerId="LiveId" clId="{C341934D-E88C-4EA1-B222-2AF0679781E8}" dt="2026-02-08T18:04:33.389" v="1148" actId="47"/>
        <pc:sldMkLst>
          <pc:docMk/>
          <pc:sldMk cId="1844941827" sldId="289"/>
        </pc:sldMkLst>
      </pc:sldChg>
      <pc:sldChg chg="del">
        <pc:chgData name="Lucas Rios" userId="b55e9a44c6326244" providerId="LiveId" clId="{C341934D-E88C-4EA1-B222-2AF0679781E8}" dt="2026-02-08T18:04:41.827" v="1159" actId="47"/>
        <pc:sldMkLst>
          <pc:docMk/>
          <pc:sldMk cId="1177824853" sldId="290"/>
        </pc:sldMkLst>
      </pc:sldChg>
      <pc:sldChg chg="addSp delSp modSp mod ord">
        <pc:chgData name="Lucas Rios" userId="b55e9a44c6326244" providerId="LiveId" clId="{C341934D-E88C-4EA1-B222-2AF0679781E8}" dt="2026-02-08T15:57:46.371" v="396" actId="1076"/>
        <pc:sldMkLst>
          <pc:docMk/>
          <pc:sldMk cId="404854312" sldId="292"/>
        </pc:sldMkLst>
        <pc:spChg chg="mod">
          <ac:chgData name="Lucas Rios" userId="b55e9a44c6326244" providerId="LiveId" clId="{C341934D-E88C-4EA1-B222-2AF0679781E8}" dt="2026-02-08T15:48:15.794" v="308" actId="5793"/>
          <ac:spMkLst>
            <pc:docMk/>
            <pc:sldMk cId="404854312" sldId="292"/>
            <ac:spMk id="2" creationId="{5864BC4F-3D59-464A-857E-6F155B368ED7}"/>
          </ac:spMkLst>
        </pc:spChg>
        <pc:spChg chg="add del mod">
          <ac:chgData name="Lucas Rios" userId="b55e9a44c6326244" providerId="LiveId" clId="{C341934D-E88C-4EA1-B222-2AF0679781E8}" dt="2026-02-08T15:49:56.086" v="328" actId="478"/>
          <ac:spMkLst>
            <pc:docMk/>
            <pc:sldMk cId="404854312" sldId="292"/>
            <ac:spMk id="4" creationId="{8F6AFF9C-3C1B-8922-0143-FAD12031CD94}"/>
          </ac:spMkLst>
        </pc:spChg>
        <pc:spChg chg="del">
          <ac:chgData name="Lucas Rios" userId="b55e9a44c6326244" providerId="LiveId" clId="{C341934D-E88C-4EA1-B222-2AF0679781E8}" dt="2026-02-08T15:48:20.050" v="310" actId="478"/>
          <ac:spMkLst>
            <pc:docMk/>
            <pc:sldMk cId="404854312" sldId="292"/>
            <ac:spMk id="5" creationId="{79C22D8C-87A6-47AD-8D29-FBBA539EDBE2}"/>
          </ac:spMkLst>
        </pc:spChg>
        <pc:spChg chg="del">
          <ac:chgData name="Lucas Rios" userId="b55e9a44c6326244" providerId="LiveId" clId="{C341934D-E88C-4EA1-B222-2AF0679781E8}" dt="2026-02-08T15:48:18.655" v="309" actId="478"/>
          <ac:spMkLst>
            <pc:docMk/>
            <pc:sldMk cId="404854312" sldId="292"/>
            <ac:spMk id="6" creationId="{4D346909-C2E0-4F1D-90FC-F5E1D8DFB515}"/>
          </ac:spMkLst>
        </pc:spChg>
        <pc:spChg chg="del">
          <ac:chgData name="Lucas Rios" userId="b55e9a44c6326244" providerId="LiveId" clId="{C341934D-E88C-4EA1-B222-2AF0679781E8}" dt="2026-02-08T15:54:37.679" v="370" actId="478"/>
          <ac:spMkLst>
            <pc:docMk/>
            <pc:sldMk cId="404854312" sldId="292"/>
            <ac:spMk id="9" creationId="{8C1455DF-5CEC-44A2-A92D-8E901D15B7CC}"/>
          </ac:spMkLst>
        </pc:spChg>
        <pc:spChg chg="del">
          <ac:chgData name="Lucas Rios" userId="b55e9a44c6326244" providerId="LiveId" clId="{C341934D-E88C-4EA1-B222-2AF0679781E8}" dt="2026-02-08T15:56:21.086" v="378" actId="478"/>
          <ac:spMkLst>
            <pc:docMk/>
            <pc:sldMk cId="404854312" sldId="292"/>
            <ac:spMk id="10" creationId="{7C7E7B18-D05F-4C44-8718-8C671160FC98}"/>
          </ac:spMkLst>
        </pc:spChg>
        <pc:spChg chg="del">
          <ac:chgData name="Lucas Rios" userId="b55e9a44c6326244" providerId="LiveId" clId="{C341934D-E88C-4EA1-B222-2AF0679781E8}" dt="2026-02-08T15:57:13.681" v="387" actId="478"/>
          <ac:spMkLst>
            <pc:docMk/>
            <pc:sldMk cId="404854312" sldId="292"/>
            <ac:spMk id="11" creationId="{C4EAD5C6-02F0-4D27-8D85-1BD5EA833D6F}"/>
          </ac:spMkLst>
        </pc:spChg>
        <pc:spChg chg="add del mod">
          <ac:chgData name="Lucas Rios" userId="b55e9a44c6326244" providerId="LiveId" clId="{C341934D-E88C-4EA1-B222-2AF0679781E8}" dt="2026-02-08T15:49:57.855" v="329" actId="478"/>
          <ac:spMkLst>
            <pc:docMk/>
            <pc:sldMk cId="404854312" sldId="292"/>
            <ac:spMk id="12" creationId="{D21AF4E4-5798-33F3-D0EA-C7C55FA11A45}"/>
          </ac:spMkLst>
        </pc:spChg>
        <pc:spChg chg="add mod">
          <ac:chgData name="Lucas Rios" userId="b55e9a44c6326244" providerId="LiveId" clId="{C341934D-E88C-4EA1-B222-2AF0679781E8}" dt="2026-02-08T15:50:57.788" v="345"/>
          <ac:spMkLst>
            <pc:docMk/>
            <pc:sldMk cId="404854312" sldId="292"/>
            <ac:spMk id="13" creationId="{B0BB4962-8F16-D9F1-FDCD-FE0C0AA92C5D}"/>
          </ac:spMkLst>
        </pc:spChg>
        <pc:spChg chg="add mod">
          <ac:chgData name="Lucas Rios" userId="b55e9a44c6326244" providerId="LiveId" clId="{C341934D-E88C-4EA1-B222-2AF0679781E8}" dt="2026-02-08T15:51:14.928" v="350"/>
          <ac:spMkLst>
            <pc:docMk/>
            <pc:sldMk cId="404854312" sldId="292"/>
            <ac:spMk id="14" creationId="{981A72DF-2623-11F3-190E-D44A4BC7B8C1}"/>
          </ac:spMkLst>
        </pc:spChg>
        <pc:spChg chg="add del mod">
          <ac:chgData name="Lucas Rios" userId="b55e9a44c6326244" providerId="LiveId" clId="{C341934D-E88C-4EA1-B222-2AF0679781E8}" dt="2026-02-08T15:54:49.589" v="374" actId="478"/>
          <ac:spMkLst>
            <pc:docMk/>
            <pc:sldMk cId="404854312" sldId="292"/>
            <ac:spMk id="16" creationId="{A89B0152-6644-9FE1-A211-B8AE0EE935AF}"/>
          </ac:spMkLst>
        </pc:spChg>
        <pc:spChg chg="add del mod">
          <ac:chgData name="Lucas Rios" userId="b55e9a44c6326244" providerId="LiveId" clId="{C341934D-E88C-4EA1-B222-2AF0679781E8}" dt="2026-02-08T15:56:23.798" v="379" actId="478"/>
          <ac:spMkLst>
            <pc:docMk/>
            <pc:sldMk cId="404854312" sldId="292"/>
            <ac:spMk id="18" creationId="{3100E6E3-3E03-4969-572E-B44F6AE6A8F0}"/>
          </ac:spMkLst>
        </pc:spChg>
        <pc:spChg chg="mod">
          <ac:chgData name="Lucas Rios" userId="b55e9a44c6326244" providerId="LiveId" clId="{C341934D-E88C-4EA1-B222-2AF0679781E8}" dt="2026-02-08T15:48:27.145" v="311"/>
          <ac:spMkLst>
            <pc:docMk/>
            <pc:sldMk cId="404854312" sldId="292"/>
            <ac:spMk id="19" creationId="{791D6145-F7F7-43DE-A16B-BF4F9607D4E8}"/>
          </ac:spMkLst>
        </pc:spChg>
        <pc:spChg chg="mod">
          <ac:chgData name="Lucas Rios" userId="b55e9a44c6326244" providerId="LiveId" clId="{C341934D-E88C-4EA1-B222-2AF0679781E8}" dt="2026-02-08T15:48:32.386" v="312"/>
          <ac:spMkLst>
            <pc:docMk/>
            <pc:sldMk cId="404854312" sldId="292"/>
            <ac:spMk id="20" creationId="{BC46925A-8382-42EB-891C-DBB4EAAA33F8}"/>
          </ac:spMkLst>
        </pc:spChg>
        <pc:spChg chg="mod">
          <ac:chgData name="Lucas Rios" userId="b55e9a44c6326244" providerId="LiveId" clId="{C341934D-E88C-4EA1-B222-2AF0679781E8}" dt="2026-02-08T15:48:40.545" v="313"/>
          <ac:spMkLst>
            <pc:docMk/>
            <pc:sldMk cId="404854312" sldId="292"/>
            <ac:spMk id="21" creationId="{318AFADE-B54F-4988-8000-B9336A395336}"/>
          </ac:spMkLst>
        </pc:spChg>
        <pc:spChg chg="mod">
          <ac:chgData name="Lucas Rios" userId="b55e9a44c6326244" providerId="LiveId" clId="{C341934D-E88C-4EA1-B222-2AF0679781E8}" dt="2026-02-08T15:49:36.819" v="323" actId="27636"/>
          <ac:spMkLst>
            <pc:docMk/>
            <pc:sldMk cId="404854312" sldId="292"/>
            <ac:spMk id="22" creationId="{F296843C-0ED0-4314-A6F0-DD60C828DDFB}"/>
          </ac:spMkLst>
        </pc:spChg>
        <pc:spChg chg="del">
          <ac:chgData name="Lucas Rios" userId="b55e9a44c6326244" providerId="LiveId" clId="{C341934D-E88C-4EA1-B222-2AF0679781E8}" dt="2026-02-08T15:49:42.977" v="324" actId="478"/>
          <ac:spMkLst>
            <pc:docMk/>
            <pc:sldMk cId="404854312" sldId="292"/>
            <ac:spMk id="23" creationId="{649BF20C-562E-400E-BEA6-1D5F81F2FE44}"/>
          </ac:spMkLst>
        </pc:spChg>
        <pc:spChg chg="del">
          <ac:chgData name="Lucas Rios" userId="b55e9a44c6326244" providerId="LiveId" clId="{C341934D-E88C-4EA1-B222-2AF0679781E8}" dt="2026-02-08T15:49:45.610" v="325" actId="478"/>
          <ac:spMkLst>
            <pc:docMk/>
            <pc:sldMk cId="404854312" sldId="292"/>
            <ac:spMk id="24" creationId="{5AA25980-D334-4FC0-9091-936E53B8D321}"/>
          </ac:spMkLst>
        </pc:spChg>
        <pc:spChg chg="add del mod">
          <ac:chgData name="Lucas Rios" userId="b55e9a44c6326244" providerId="LiveId" clId="{C341934D-E88C-4EA1-B222-2AF0679781E8}" dt="2026-02-08T15:56:29.568" v="382" actId="478"/>
          <ac:spMkLst>
            <pc:docMk/>
            <pc:sldMk cId="404854312" sldId="292"/>
            <ac:spMk id="25" creationId="{D4182B76-6E53-9084-B5A9-B31EF50C3639}"/>
          </ac:spMkLst>
        </pc:spChg>
        <pc:spChg chg="add del mod">
          <ac:chgData name="Lucas Rios" userId="b55e9a44c6326244" providerId="LiveId" clId="{C341934D-E88C-4EA1-B222-2AF0679781E8}" dt="2026-02-08T15:57:17.675" v="388" actId="478"/>
          <ac:spMkLst>
            <pc:docMk/>
            <pc:sldMk cId="404854312" sldId="292"/>
            <ac:spMk id="27" creationId="{CCFE761E-6B9F-A272-1B1F-59273E585B5E}"/>
          </ac:spMkLst>
        </pc:spChg>
        <pc:picChg chg="add mod">
          <ac:chgData name="Lucas Rios" userId="b55e9a44c6326244" providerId="LiveId" clId="{C341934D-E88C-4EA1-B222-2AF0679781E8}" dt="2026-02-08T15:54:44.972" v="373" actId="14100"/>
          <ac:picMkLst>
            <pc:docMk/>
            <pc:sldMk cId="404854312" sldId="292"/>
            <ac:picMk id="1026" creationId="{0EBFBCD5-1E10-505D-449D-B611217CD70F}"/>
          </ac:picMkLst>
        </pc:picChg>
        <pc:picChg chg="add mod">
          <ac:chgData name="Lucas Rios" userId="b55e9a44c6326244" providerId="LiveId" clId="{C341934D-E88C-4EA1-B222-2AF0679781E8}" dt="2026-02-08T15:55:43.291" v="377" actId="14100"/>
          <ac:picMkLst>
            <pc:docMk/>
            <pc:sldMk cId="404854312" sldId="292"/>
            <ac:picMk id="1028" creationId="{0175932B-D9A2-0872-412B-9FDE7E11091B}"/>
          </ac:picMkLst>
        </pc:picChg>
        <pc:picChg chg="add mod">
          <ac:chgData name="Lucas Rios" userId="b55e9a44c6326244" providerId="LiveId" clId="{C341934D-E88C-4EA1-B222-2AF0679781E8}" dt="2026-02-08T15:56:56.329" v="386" actId="1076"/>
          <ac:picMkLst>
            <pc:docMk/>
            <pc:sldMk cId="404854312" sldId="292"/>
            <ac:picMk id="1032" creationId="{180EF814-E5A3-6D5D-7390-0C1138AE379A}"/>
          </ac:picMkLst>
        </pc:picChg>
        <pc:picChg chg="add mod">
          <ac:chgData name="Lucas Rios" userId="b55e9a44c6326244" providerId="LiveId" clId="{C341934D-E88C-4EA1-B222-2AF0679781E8}" dt="2026-02-08T15:57:46.371" v="396" actId="1076"/>
          <ac:picMkLst>
            <pc:docMk/>
            <pc:sldMk cId="404854312" sldId="292"/>
            <ac:picMk id="1034" creationId="{21A8187E-38F4-BA2D-0841-F25ED88FE65C}"/>
          </ac:picMkLst>
        </pc:picChg>
      </pc:sldChg>
      <pc:sldChg chg="del">
        <pc:chgData name="Lucas Rios" userId="b55e9a44c6326244" providerId="LiveId" clId="{C341934D-E88C-4EA1-B222-2AF0679781E8}" dt="2026-02-08T18:04:38.320" v="1154" actId="47"/>
        <pc:sldMkLst>
          <pc:docMk/>
          <pc:sldMk cId="473871986" sldId="293"/>
        </pc:sldMkLst>
      </pc:sldChg>
      <pc:sldChg chg="del">
        <pc:chgData name="Lucas Rios" userId="b55e9a44c6326244" providerId="LiveId" clId="{C341934D-E88C-4EA1-B222-2AF0679781E8}" dt="2026-02-08T18:04:38.876" v="1155" actId="47"/>
        <pc:sldMkLst>
          <pc:docMk/>
          <pc:sldMk cId="3084972071" sldId="294"/>
        </pc:sldMkLst>
      </pc:sldChg>
      <pc:sldChg chg="addSp modSp mod">
        <pc:chgData name="Lucas Rios" userId="b55e9a44c6326244" providerId="LiveId" clId="{C341934D-E88C-4EA1-B222-2AF0679781E8}" dt="2026-02-08T15:33:26.594" v="224" actId="1076"/>
        <pc:sldMkLst>
          <pc:docMk/>
          <pc:sldMk cId="3274693117" sldId="295"/>
        </pc:sldMkLst>
        <pc:spChg chg="add mod">
          <ac:chgData name="Lucas Rios" userId="b55e9a44c6326244" providerId="LiveId" clId="{C341934D-E88C-4EA1-B222-2AF0679781E8}" dt="2026-02-08T15:31:35.479" v="174"/>
          <ac:spMkLst>
            <pc:docMk/>
            <pc:sldMk cId="3274693117" sldId="295"/>
            <ac:spMk id="2" creationId="{947357DA-0D68-A13E-4921-A54982166CA7}"/>
          </ac:spMkLst>
        </pc:spChg>
        <pc:spChg chg="mod">
          <ac:chgData name="Lucas Rios" userId="b55e9a44c6326244" providerId="LiveId" clId="{C341934D-E88C-4EA1-B222-2AF0679781E8}" dt="2026-02-08T15:30:30.215" v="97"/>
          <ac:spMkLst>
            <pc:docMk/>
            <pc:sldMk cId="3274693117" sldId="295"/>
            <ac:spMk id="3" creationId="{BC735DE3-0CD5-5DE7-9C56-31ED9A09EB44}"/>
          </ac:spMkLst>
        </pc:spChg>
        <pc:spChg chg="mod">
          <ac:chgData name="Lucas Rios" userId="b55e9a44c6326244" providerId="LiveId" clId="{C341934D-E88C-4EA1-B222-2AF0679781E8}" dt="2026-02-08T15:30:36.907" v="98"/>
          <ac:spMkLst>
            <pc:docMk/>
            <pc:sldMk cId="3274693117" sldId="295"/>
            <ac:spMk id="4" creationId="{DB8C2854-E9BD-F5D6-E206-70DA001FD836}"/>
          </ac:spMkLst>
        </pc:spChg>
        <pc:spChg chg="mod">
          <ac:chgData name="Lucas Rios" userId="b55e9a44c6326244" providerId="LiveId" clId="{C341934D-E88C-4EA1-B222-2AF0679781E8}" dt="2026-02-08T15:30:46.706" v="105" actId="20577"/>
          <ac:spMkLst>
            <pc:docMk/>
            <pc:sldMk cId="3274693117" sldId="295"/>
            <ac:spMk id="5" creationId="{7C4CF131-89D5-B529-BE44-0BEFE2A4E100}"/>
          </ac:spMkLst>
        </pc:spChg>
        <pc:spChg chg="mod">
          <ac:chgData name="Lucas Rios" userId="b55e9a44c6326244" providerId="LiveId" clId="{C341934D-E88C-4EA1-B222-2AF0679781E8}" dt="2026-02-08T15:31:01.020" v="115" actId="6549"/>
          <ac:spMkLst>
            <pc:docMk/>
            <pc:sldMk cId="3274693117" sldId="295"/>
            <ac:spMk id="6" creationId="{AA48162C-5965-F726-BF3F-FD4DA5DDA8A5}"/>
          </ac:spMkLst>
        </pc:spChg>
        <pc:spChg chg="mod">
          <ac:chgData name="Lucas Rios" userId="b55e9a44c6326244" providerId="LiveId" clId="{C341934D-E88C-4EA1-B222-2AF0679781E8}" dt="2026-02-08T15:31:57.256" v="175"/>
          <ac:spMkLst>
            <pc:docMk/>
            <pc:sldMk cId="3274693117" sldId="295"/>
            <ac:spMk id="7" creationId="{6849104D-2949-BC97-CFA8-8FAD707AB735}"/>
          </ac:spMkLst>
        </pc:spChg>
        <pc:spChg chg="mod">
          <ac:chgData name="Lucas Rios" userId="b55e9a44c6326244" providerId="LiveId" clId="{C341934D-E88C-4EA1-B222-2AF0679781E8}" dt="2026-02-08T15:32:19.857" v="193" actId="20577"/>
          <ac:spMkLst>
            <pc:docMk/>
            <pc:sldMk cId="3274693117" sldId="295"/>
            <ac:spMk id="8" creationId="{5B933035-E1BB-0F94-4194-106E440CF28F}"/>
          </ac:spMkLst>
        </pc:spChg>
        <pc:spChg chg="mod">
          <ac:chgData name="Lucas Rios" userId="b55e9a44c6326244" providerId="LiveId" clId="{C341934D-E88C-4EA1-B222-2AF0679781E8}" dt="2026-02-08T15:32:32.539" v="195" actId="20577"/>
          <ac:spMkLst>
            <pc:docMk/>
            <pc:sldMk cId="3274693117" sldId="295"/>
            <ac:spMk id="9" creationId="{B5ECC954-4AB5-9302-B0C8-53AD8ACB01DC}"/>
          </ac:spMkLst>
        </pc:spChg>
        <pc:spChg chg="mod">
          <ac:chgData name="Lucas Rios" userId="b55e9a44c6326244" providerId="LiveId" clId="{C341934D-E88C-4EA1-B222-2AF0679781E8}" dt="2026-02-08T15:32:46.831" v="197" actId="20577"/>
          <ac:spMkLst>
            <pc:docMk/>
            <pc:sldMk cId="3274693117" sldId="295"/>
            <ac:spMk id="10" creationId="{4BCD2B97-3A64-35A7-A457-55F70C97933E}"/>
          </ac:spMkLst>
        </pc:spChg>
        <pc:spChg chg="add mod">
          <ac:chgData name="Lucas Rios" userId="b55e9a44c6326244" providerId="LiveId" clId="{C341934D-E88C-4EA1-B222-2AF0679781E8}" dt="2026-02-08T15:33:26.594" v="224" actId="1076"/>
          <ac:spMkLst>
            <pc:docMk/>
            <pc:sldMk cId="3274693117" sldId="295"/>
            <ac:spMk id="11" creationId="{19E75CD5-9593-37B2-7722-41A4FEB99D67}"/>
          </ac:spMkLst>
        </pc:spChg>
        <pc:picChg chg="add mod">
          <ac:chgData name="Lucas Rios" userId="b55e9a44c6326244" providerId="LiveId" clId="{C341934D-E88C-4EA1-B222-2AF0679781E8}" dt="2026-02-08T15:33:18.205" v="223" actId="1036"/>
          <ac:picMkLst>
            <pc:docMk/>
            <pc:sldMk cId="3274693117" sldId="295"/>
            <ac:picMk id="12" creationId="{6718CBA3-7ACB-019A-52C4-E1F80FA3FE53}"/>
          </ac:picMkLst>
        </pc:picChg>
      </pc:sldChg>
      <pc:sldChg chg="addSp delSp modSp add mod">
        <pc:chgData name="Lucas Rios" userId="b55e9a44c6326244" providerId="LiveId" clId="{C341934D-E88C-4EA1-B222-2AF0679781E8}" dt="2026-02-08T16:03:27.587" v="436" actId="1076"/>
        <pc:sldMkLst>
          <pc:docMk/>
          <pc:sldMk cId="4068031166" sldId="296"/>
        </pc:sldMkLst>
        <pc:spChg chg="add del mod">
          <ac:chgData name="Lucas Rios" userId="b55e9a44c6326244" providerId="LiveId" clId="{C341934D-E88C-4EA1-B222-2AF0679781E8}" dt="2026-02-08T15:59:55.821" v="398" actId="478"/>
          <ac:spMkLst>
            <pc:docMk/>
            <pc:sldMk cId="4068031166" sldId="296"/>
            <ac:spMk id="4" creationId="{9213E9BA-D01A-EF1B-B212-DF24FF8AA3AB}"/>
          </ac:spMkLst>
        </pc:spChg>
        <pc:spChg chg="add">
          <ac:chgData name="Lucas Rios" userId="b55e9a44c6326244" providerId="LiveId" clId="{C341934D-E88C-4EA1-B222-2AF0679781E8}" dt="2026-02-08T15:59:59.588" v="399"/>
          <ac:spMkLst>
            <pc:docMk/>
            <pc:sldMk cId="4068031166" sldId="296"/>
            <ac:spMk id="5" creationId="{CC7468B8-9FF7-59D1-B6A0-6614B7C0DF50}"/>
          </ac:spMkLst>
        </pc:spChg>
        <pc:spChg chg="add">
          <ac:chgData name="Lucas Rios" userId="b55e9a44c6326244" providerId="LiveId" clId="{C341934D-E88C-4EA1-B222-2AF0679781E8}" dt="2026-02-08T16:00:06.039" v="400"/>
          <ac:spMkLst>
            <pc:docMk/>
            <pc:sldMk cId="4068031166" sldId="296"/>
            <ac:spMk id="6" creationId="{80DE375F-4C0C-2DBB-00DC-136FB7F6F6C5}"/>
          </ac:spMkLst>
        </pc:spChg>
        <pc:spChg chg="add del mod">
          <ac:chgData name="Lucas Rios" userId="b55e9a44c6326244" providerId="LiveId" clId="{C341934D-E88C-4EA1-B222-2AF0679781E8}" dt="2026-02-08T16:00:16.360" v="403" actId="478"/>
          <ac:spMkLst>
            <pc:docMk/>
            <pc:sldMk cId="4068031166" sldId="296"/>
            <ac:spMk id="8" creationId="{5C3C2F45-DF9B-3293-C337-E3EF174FD893}"/>
          </ac:spMkLst>
        </pc:spChg>
        <pc:spChg chg="del">
          <ac:chgData name="Lucas Rios" userId="b55e9a44c6326244" providerId="LiveId" clId="{C341934D-E88C-4EA1-B222-2AF0679781E8}" dt="2026-02-08T15:57:50.961" v="397" actId="478"/>
          <ac:spMkLst>
            <pc:docMk/>
            <pc:sldMk cId="4068031166" sldId="296"/>
            <ac:spMk id="9" creationId="{E5D5A37B-4FA1-0FCC-41DD-DCC2FE8DD12D}"/>
          </ac:spMkLst>
        </pc:spChg>
        <pc:spChg chg="del">
          <ac:chgData name="Lucas Rios" userId="b55e9a44c6326244" providerId="LiveId" clId="{C341934D-E88C-4EA1-B222-2AF0679781E8}" dt="2026-02-08T16:01:41.619" v="416" actId="478"/>
          <ac:spMkLst>
            <pc:docMk/>
            <pc:sldMk cId="4068031166" sldId="296"/>
            <ac:spMk id="10" creationId="{F8789CCF-BA04-67A9-27F5-0FEF46A96748}"/>
          </ac:spMkLst>
        </pc:spChg>
        <pc:spChg chg="del">
          <ac:chgData name="Lucas Rios" userId="b55e9a44c6326244" providerId="LiveId" clId="{C341934D-E88C-4EA1-B222-2AF0679781E8}" dt="2026-02-08T16:02:12.289" v="425" actId="478"/>
          <ac:spMkLst>
            <pc:docMk/>
            <pc:sldMk cId="4068031166" sldId="296"/>
            <ac:spMk id="11" creationId="{B6025764-B472-F861-5422-058F450DF255}"/>
          </ac:spMkLst>
        </pc:spChg>
        <pc:spChg chg="add">
          <ac:chgData name="Lucas Rios" userId="b55e9a44c6326244" providerId="LiveId" clId="{C341934D-E88C-4EA1-B222-2AF0679781E8}" dt="2026-02-08T16:00:19.999" v="404"/>
          <ac:spMkLst>
            <pc:docMk/>
            <pc:sldMk cId="4068031166" sldId="296"/>
            <ac:spMk id="12" creationId="{65DA9CAA-2AB0-646C-92CF-1ACDC2275B0B}"/>
          </ac:spMkLst>
        </pc:spChg>
        <pc:spChg chg="mod">
          <ac:chgData name="Lucas Rios" userId="b55e9a44c6326244" providerId="LiveId" clId="{C341934D-E88C-4EA1-B222-2AF0679781E8}" dt="2026-02-08T15:52:47.870" v="368"/>
          <ac:spMkLst>
            <pc:docMk/>
            <pc:sldMk cId="4068031166" sldId="296"/>
            <ac:spMk id="13" creationId="{2818C383-F62F-13FF-29F0-453B10CFE631}"/>
          </ac:spMkLst>
        </pc:spChg>
        <pc:spChg chg="mod">
          <ac:chgData name="Lucas Rios" userId="b55e9a44c6326244" providerId="LiveId" clId="{C341934D-E88C-4EA1-B222-2AF0679781E8}" dt="2026-02-08T15:52:54.102" v="369"/>
          <ac:spMkLst>
            <pc:docMk/>
            <pc:sldMk cId="4068031166" sldId="296"/>
            <ac:spMk id="14" creationId="{4DBD5B82-149B-FCFF-27BA-A12449D053A4}"/>
          </ac:spMkLst>
        </pc:spChg>
        <pc:spChg chg="add del mod">
          <ac:chgData name="Lucas Rios" userId="b55e9a44c6326244" providerId="LiveId" clId="{C341934D-E88C-4EA1-B222-2AF0679781E8}" dt="2026-02-08T16:01:43.264" v="417" actId="478"/>
          <ac:spMkLst>
            <pc:docMk/>
            <pc:sldMk cId="4068031166" sldId="296"/>
            <ac:spMk id="16" creationId="{C75A70A5-4D4D-BAD4-435F-007C79197C35}"/>
          </ac:spMkLst>
        </pc:spChg>
        <pc:spChg chg="add del mod">
          <ac:chgData name="Lucas Rios" userId="b55e9a44c6326244" providerId="LiveId" clId="{C341934D-E88C-4EA1-B222-2AF0679781E8}" dt="2026-02-08T16:02:15.538" v="426" actId="478"/>
          <ac:spMkLst>
            <pc:docMk/>
            <pc:sldMk cId="4068031166" sldId="296"/>
            <ac:spMk id="18" creationId="{67173743-EAC2-E98D-5EF6-A01EE76208FB}"/>
          </ac:spMkLst>
        </pc:spChg>
        <pc:spChg chg="mod">
          <ac:chgData name="Lucas Rios" userId="b55e9a44c6326244" providerId="LiveId" clId="{C341934D-E88C-4EA1-B222-2AF0679781E8}" dt="2026-02-08T15:51:45.633" v="352"/>
          <ac:spMkLst>
            <pc:docMk/>
            <pc:sldMk cId="4068031166" sldId="296"/>
            <ac:spMk id="19" creationId="{9A42C01E-0491-E397-3C6E-7E5A863A9CDF}"/>
          </ac:spMkLst>
        </pc:spChg>
        <pc:spChg chg="mod">
          <ac:chgData name="Lucas Rios" userId="b55e9a44c6326244" providerId="LiveId" clId="{C341934D-E88C-4EA1-B222-2AF0679781E8}" dt="2026-02-08T15:51:51.776" v="353"/>
          <ac:spMkLst>
            <pc:docMk/>
            <pc:sldMk cId="4068031166" sldId="296"/>
            <ac:spMk id="20" creationId="{3E34F784-CFE5-7DFC-E8D7-73F1FAE9D374}"/>
          </ac:spMkLst>
        </pc:spChg>
        <pc:spChg chg="mod">
          <ac:chgData name="Lucas Rios" userId="b55e9a44c6326244" providerId="LiveId" clId="{C341934D-E88C-4EA1-B222-2AF0679781E8}" dt="2026-02-08T15:51:55.097" v="354"/>
          <ac:spMkLst>
            <pc:docMk/>
            <pc:sldMk cId="4068031166" sldId="296"/>
            <ac:spMk id="21" creationId="{361EF478-64CD-5166-0F0F-3BFAE165A38D}"/>
          </ac:spMkLst>
        </pc:spChg>
        <pc:spChg chg="mod">
          <ac:chgData name="Lucas Rios" userId="b55e9a44c6326244" providerId="LiveId" clId="{C341934D-E88C-4EA1-B222-2AF0679781E8}" dt="2026-02-08T15:52:42.424" v="367"/>
          <ac:spMkLst>
            <pc:docMk/>
            <pc:sldMk cId="4068031166" sldId="296"/>
            <ac:spMk id="22" creationId="{3A6F64A8-2D8C-0690-1078-5F7166C8ADCC}"/>
          </ac:spMkLst>
        </pc:spChg>
        <pc:spChg chg="add">
          <ac:chgData name="Lucas Rios" userId="b55e9a44c6326244" providerId="LiveId" clId="{C341934D-E88C-4EA1-B222-2AF0679781E8}" dt="2026-02-08T16:02:26.921" v="427"/>
          <ac:spMkLst>
            <pc:docMk/>
            <pc:sldMk cId="4068031166" sldId="296"/>
            <ac:spMk id="23" creationId="{2FA1454B-48AA-5AB4-493B-4CA1FC383BB8}"/>
          </ac:spMkLst>
        </pc:spChg>
        <pc:spChg chg="add">
          <ac:chgData name="Lucas Rios" userId="b55e9a44c6326244" providerId="LiveId" clId="{C341934D-E88C-4EA1-B222-2AF0679781E8}" dt="2026-02-08T16:02:28.597" v="428"/>
          <ac:spMkLst>
            <pc:docMk/>
            <pc:sldMk cId="4068031166" sldId="296"/>
            <ac:spMk id="24" creationId="{E6B7A9C5-C153-1B54-0B1B-95FFC1386F20}"/>
          </ac:spMkLst>
        </pc:spChg>
        <pc:picChg chg="add mod">
          <ac:chgData name="Lucas Rios" userId="b55e9a44c6326244" providerId="LiveId" clId="{C341934D-E88C-4EA1-B222-2AF0679781E8}" dt="2026-02-08T16:00:47.114" v="407" actId="1076"/>
          <ac:picMkLst>
            <pc:docMk/>
            <pc:sldMk cId="4068031166" sldId="296"/>
            <ac:picMk id="2058" creationId="{C4194092-D160-A66D-72BC-4941F903FF92}"/>
          </ac:picMkLst>
        </pc:picChg>
        <pc:picChg chg="add mod">
          <ac:chgData name="Lucas Rios" userId="b55e9a44c6326244" providerId="LiveId" clId="{C341934D-E88C-4EA1-B222-2AF0679781E8}" dt="2026-02-08T16:01:22.529" v="415" actId="1076"/>
          <ac:picMkLst>
            <pc:docMk/>
            <pc:sldMk cId="4068031166" sldId="296"/>
            <ac:picMk id="2060" creationId="{B418A16D-4EF9-2A13-4244-4D8946043133}"/>
          </ac:picMkLst>
        </pc:picChg>
        <pc:picChg chg="add mod">
          <ac:chgData name="Lucas Rios" userId="b55e9a44c6326244" providerId="LiveId" clId="{C341934D-E88C-4EA1-B222-2AF0679781E8}" dt="2026-02-08T16:02:08.402" v="424" actId="1076"/>
          <ac:picMkLst>
            <pc:docMk/>
            <pc:sldMk cId="4068031166" sldId="296"/>
            <ac:picMk id="2062" creationId="{AEAA40DF-2BA3-AF65-57CC-56603DBE7B93}"/>
          </ac:picMkLst>
        </pc:picChg>
        <pc:picChg chg="add mod">
          <ac:chgData name="Lucas Rios" userId="b55e9a44c6326244" providerId="LiveId" clId="{C341934D-E88C-4EA1-B222-2AF0679781E8}" dt="2026-02-08T16:03:27.587" v="436" actId="1076"/>
          <ac:picMkLst>
            <pc:docMk/>
            <pc:sldMk cId="4068031166" sldId="296"/>
            <ac:picMk id="2068" creationId="{EDD2C2EC-0F75-F87E-AADD-87200CD377AC}"/>
          </ac:picMkLst>
        </pc:picChg>
      </pc:sldChg>
      <pc:sldChg chg="addSp delSp modSp add mod ord">
        <pc:chgData name="Lucas Rios" userId="b55e9a44c6326244" providerId="LiveId" clId="{C341934D-E88C-4EA1-B222-2AF0679781E8}" dt="2026-02-08T17:47:45.408" v="770" actId="14100"/>
        <pc:sldMkLst>
          <pc:docMk/>
          <pc:sldMk cId="177298050" sldId="297"/>
        </pc:sldMkLst>
        <pc:spChg chg="mod">
          <ac:chgData name="Lucas Rios" userId="b55e9a44c6326244" providerId="LiveId" clId="{C341934D-E88C-4EA1-B222-2AF0679781E8}" dt="2026-02-08T16:33:28.097" v="507" actId="20577"/>
          <ac:spMkLst>
            <pc:docMk/>
            <pc:sldMk cId="177298050" sldId="297"/>
            <ac:spMk id="2" creationId="{57B5062C-DC1A-DDD0-95E9-D984A0FFBEE7}"/>
          </ac:spMkLst>
        </pc:spChg>
        <pc:spChg chg="del">
          <ac:chgData name="Lucas Rios" userId="b55e9a44c6326244" providerId="LiveId" clId="{C341934D-E88C-4EA1-B222-2AF0679781E8}" dt="2026-02-08T16:33:39.118" v="514" actId="478"/>
          <ac:spMkLst>
            <pc:docMk/>
            <pc:sldMk cId="177298050" sldId="297"/>
            <ac:spMk id="3" creationId="{D2720420-A821-60BD-CE2C-2F7B2B6E919F}"/>
          </ac:spMkLst>
        </pc:spChg>
        <pc:spChg chg="del">
          <ac:chgData name="Lucas Rios" userId="b55e9a44c6326244" providerId="LiveId" clId="{C341934D-E88C-4EA1-B222-2AF0679781E8}" dt="2026-02-08T16:33:34.661" v="510" actId="478"/>
          <ac:spMkLst>
            <pc:docMk/>
            <pc:sldMk cId="177298050" sldId="297"/>
            <ac:spMk id="4" creationId="{DE0EF09A-96FB-8CCA-4C32-1681FAD074C9}"/>
          </ac:spMkLst>
        </pc:spChg>
        <pc:spChg chg="del">
          <ac:chgData name="Lucas Rios" userId="b55e9a44c6326244" providerId="LiveId" clId="{C341934D-E88C-4EA1-B222-2AF0679781E8}" dt="2026-02-08T16:33:41.591" v="516" actId="478"/>
          <ac:spMkLst>
            <pc:docMk/>
            <pc:sldMk cId="177298050" sldId="297"/>
            <ac:spMk id="5" creationId="{EE6066D7-DE3D-9C09-F94E-90FB6299D770}"/>
          </ac:spMkLst>
        </pc:spChg>
        <pc:spChg chg="del">
          <ac:chgData name="Lucas Rios" userId="b55e9a44c6326244" providerId="LiveId" clId="{C341934D-E88C-4EA1-B222-2AF0679781E8}" dt="2026-02-08T16:33:31.934" v="508" actId="478"/>
          <ac:spMkLst>
            <pc:docMk/>
            <pc:sldMk cId="177298050" sldId="297"/>
            <ac:spMk id="6" creationId="{BE8C0EC4-2AFA-D4E7-E785-90261491A15E}"/>
          </ac:spMkLst>
        </pc:spChg>
        <pc:spChg chg="del">
          <ac:chgData name="Lucas Rios" userId="b55e9a44c6326244" providerId="LiveId" clId="{C341934D-E88C-4EA1-B222-2AF0679781E8}" dt="2026-02-08T16:33:36.740" v="512" actId="478"/>
          <ac:spMkLst>
            <pc:docMk/>
            <pc:sldMk cId="177298050" sldId="297"/>
            <ac:spMk id="7" creationId="{2EEC3D74-3DA6-2CBE-8904-4E2E5C6167BE}"/>
          </ac:spMkLst>
        </pc:spChg>
        <pc:spChg chg="del">
          <ac:chgData name="Lucas Rios" userId="b55e9a44c6326244" providerId="LiveId" clId="{C341934D-E88C-4EA1-B222-2AF0679781E8}" dt="2026-02-08T16:33:42.902" v="517" actId="478"/>
          <ac:spMkLst>
            <pc:docMk/>
            <pc:sldMk cId="177298050" sldId="297"/>
            <ac:spMk id="8" creationId="{E924098E-2389-9051-3069-23E26C325D72}"/>
          </ac:spMkLst>
        </pc:spChg>
        <pc:spChg chg="add del mod">
          <ac:chgData name="Lucas Rios" userId="b55e9a44c6326244" providerId="LiveId" clId="{C341934D-E88C-4EA1-B222-2AF0679781E8}" dt="2026-02-08T16:33:33.524" v="509" actId="478"/>
          <ac:spMkLst>
            <pc:docMk/>
            <pc:sldMk cId="177298050" sldId="297"/>
            <ac:spMk id="10" creationId="{EDC92E3C-2AC6-6C9E-2875-C28C1F3A8B49}"/>
          </ac:spMkLst>
        </pc:spChg>
        <pc:spChg chg="add del mod">
          <ac:chgData name="Lucas Rios" userId="b55e9a44c6326244" providerId="LiveId" clId="{C341934D-E88C-4EA1-B222-2AF0679781E8}" dt="2026-02-08T16:33:35.578" v="511" actId="478"/>
          <ac:spMkLst>
            <pc:docMk/>
            <pc:sldMk cId="177298050" sldId="297"/>
            <ac:spMk id="13" creationId="{A349A30D-76E8-1ED6-C59B-5EA2D12B8C10}"/>
          </ac:spMkLst>
        </pc:spChg>
        <pc:spChg chg="add del mod">
          <ac:chgData name="Lucas Rios" userId="b55e9a44c6326244" providerId="LiveId" clId="{C341934D-E88C-4EA1-B222-2AF0679781E8}" dt="2026-02-08T16:33:38.113" v="513" actId="478"/>
          <ac:spMkLst>
            <pc:docMk/>
            <pc:sldMk cId="177298050" sldId="297"/>
            <ac:spMk id="15" creationId="{02C6B1E2-8AC8-571E-9725-27732F1EA4DA}"/>
          </ac:spMkLst>
        </pc:spChg>
        <pc:spChg chg="add del mod">
          <ac:chgData name="Lucas Rios" userId="b55e9a44c6326244" providerId="LiveId" clId="{C341934D-E88C-4EA1-B222-2AF0679781E8}" dt="2026-02-08T16:33:40.433" v="515" actId="478"/>
          <ac:spMkLst>
            <pc:docMk/>
            <pc:sldMk cId="177298050" sldId="297"/>
            <ac:spMk id="17" creationId="{2614C303-A9B0-ABCE-3F6B-5D41EDD97698}"/>
          </ac:spMkLst>
        </pc:spChg>
        <pc:spChg chg="add del mod">
          <ac:chgData name="Lucas Rios" userId="b55e9a44c6326244" providerId="LiveId" clId="{C341934D-E88C-4EA1-B222-2AF0679781E8}" dt="2026-02-08T16:33:45.045" v="519" actId="478"/>
          <ac:spMkLst>
            <pc:docMk/>
            <pc:sldMk cId="177298050" sldId="297"/>
            <ac:spMk id="19" creationId="{EAB9DB67-ABDF-9618-3D33-DF9F98954159}"/>
          </ac:spMkLst>
        </pc:spChg>
        <pc:spChg chg="add del mod">
          <ac:chgData name="Lucas Rios" userId="b55e9a44c6326244" providerId="LiveId" clId="{C341934D-E88C-4EA1-B222-2AF0679781E8}" dt="2026-02-08T16:33:43.978" v="518" actId="478"/>
          <ac:spMkLst>
            <pc:docMk/>
            <pc:sldMk cId="177298050" sldId="297"/>
            <ac:spMk id="21" creationId="{C78DDCB1-0FE5-503A-5C07-36A6F4C5F02F}"/>
          </ac:spMkLst>
        </pc:spChg>
        <pc:spChg chg="add mod">
          <ac:chgData name="Lucas Rios" userId="b55e9a44c6326244" providerId="LiveId" clId="{C341934D-E88C-4EA1-B222-2AF0679781E8}" dt="2026-02-08T17:46:43.149" v="757" actId="20577"/>
          <ac:spMkLst>
            <pc:docMk/>
            <pc:sldMk cId="177298050" sldId="297"/>
            <ac:spMk id="22" creationId="{655A2F97-4543-87FF-E372-F35F76026A46}"/>
          </ac:spMkLst>
        </pc:spChg>
        <pc:spChg chg="add mod">
          <ac:chgData name="Lucas Rios" userId="b55e9a44c6326244" providerId="LiveId" clId="{C341934D-E88C-4EA1-B222-2AF0679781E8}" dt="2026-02-08T17:47:45.408" v="770" actId="14100"/>
          <ac:spMkLst>
            <pc:docMk/>
            <pc:sldMk cId="177298050" sldId="297"/>
            <ac:spMk id="23" creationId="{A1958BE7-CDAB-0BD6-1693-963B4DC3BF70}"/>
          </ac:spMkLst>
        </pc:spChg>
        <pc:spChg chg="add">
          <ac:chgData name="Lucas Rios" userId="b55e9a44c6326244" providerId="LiveId" clId="{C341934D-E88C-4EA1-B222-2AF0679781E8}" dt="2026-02-08T17:47:24.082" v="760" actId="11529"/>
          <ac:spMkLst>
            <pc:docMk/>
            <pc:sldMk cId="177298050" sldId="297"/>
            <ac:spMk id="24" creationId="{0937ADDF-8971-C499-878C-B5DCE475F660}"/>
          </ac:spMkLst>
        </pc:spChg>
        <pc:spChg chg="add mod">
          <ac:chgData name="Lucas Rios" userId="b55e9a44c6326244" providerId="LiveId" clId="{C341934D-E88C-4EA1-B222-2AF0679781E8}" dt="2026-02-08T17:47:31.316" v="762" actId="1076"/>
          <ac:spMkLst>
            <pc:docMk/>
            <pc:sldMk cId="177298050" sldId="297"/>
            <ac:spMk id="25" creationId="{75F8656B-9F23-574B-FCE2-990BEF7F81C8}"/>
          </ac:spMkLst>
        </pc:spChg>
        <pc:spChg chg="add mod">
          <ac:chgData name="Lucas Rios" userId="b55e9a44c6326244" providerId="LiveId" clId="{C341934D-E88C-4EA1-B222-2AF0679781E8}" dt="2026-02-08T17:47:41.567" v="769" actId="1036"/>
          <ac:spMkLst>
            <pc:docMk/>
            <pc:sldMk cId="177298050" sldId="297"/>
            <ac:spMk id="26" creationId="{1B45D51B-4AAE-7326-1838-A5BA04E59875}"/>
          </ac:spMkLst>
        </pc:spChg>
      </pc:sldChg>
      <pc:sldChg chg="add del">
        <pc:chgData name="Lucas Rios" userId="b55e9a44c6326244" providerId="LiveId" clId="{C341934D-E88C-4EA1-B222-2AF0679781E8}" dt="2026-02-08T17:52:19.935" v="946" actId="47"/>
        <pc:sldMkLst>
          <pc:docMk/>
          <pc:sldMk cId="1611160296" sldId="298"/>
        </pc:sldMkLst>
      </pc:sldChg>
      <pc:sldChg chg="addSp modSp add mod">
        <pc:chgData name="Lucas Rios" userId="b55e9a44c6326244" providerId="LiveId" clId="{C341934D-E88C-4EA1-B222-2AF0679781E8}" dt="2026-02-08T17:49:45.249" v="824" actId="14100"/>
        <pc:sldMkLst>
          <pc:docMk/>
          <pc:sldMk cId="1274887698" sldId="299"/>
        </pc:sldMkLst>
        <pc:spChg chg="add">
          <ac:chgData name="Lucas Rios" userId="b55e9a44c6326244" providerId="LiveId" clId="{C341934D-E88C-4EA1-B222-2AF0679781E8}" dt="2026-02-08T17:49:33.538" v="819" actId="11529"/>
          <ac:spMkLst>
            <pc:docMk/>
            <pc:sldMk cId="1274887698" sldId="299"/>
            <ac:spMk id="3" creationId="{9249E39D-5E9F-8CE7-6FE8-412607735F69}"/>
          </ac:spMkLst>
        </pc:spChg>
        <pc:spChg chg="add mod">
          <ac:chgData name="Lucas Rios" userId="b55e9a44c6326244" providerId="LiveId" clId="{C341934D-E88C-4EA1-B222-2AF0679781E8}" dt="2026-02-08T17:49:37.604" v="821" actId="1076"/>
          <ac:spMkLst>
            <pc:docMk/>
            <pc:sldMk cId="1274887698" sldId="299"/>
            <ac:spMk id="4" creationId="{9447F69D-67E6-A824-DA87-AB426CAC53DE}"/>
          </ac:spMkLst>
        </pc:spChg>
        <pc:spChg chg="add mod">
          <ac:chgData name="Lucas Rios" userId="b55e9a44c6326244" providerId="LiveId" clId="{C341934D-E88C-4EA1-B222-2AF0679781E8}" dt="2026-02-08T17:49:45.249" v="824" actId="14100"/>
          <ac:spMkLst>
            <pc:docMk/>
            <pc:sldMk cId="1274887698" sldId="299"/>
            <ac:spMk id="5" creationId="{E6D5E108-FFFA-5275-666C-E15C66CD9C02}"/>
          </ac:spMkLst>
        </pc:spChg>
        <pc:spChg chg="mod">
          <ac:chgData name="Lucas Rios" userId="b55e9a44c6326244" providerId="LiveId" clId="{C341934D-E88C-4EA1-B222-2AF0679781E8}" dt="2026-02-08T17:49:20.962" v="818" actId="20577"/>
          <ac:spMkLst>
            <pc:docMk/>
            <pc:sldMk cId="1274887698" sldId="299"/>
            <ac:spMk id="22" creationId="{89C3EF2D-BFDB-DABA-9528-F7FB3D9A36E8}"/>
          </ac:spMkLst>
        </pc:spChg>
      </pc:sldChg>
      <pc:sldChg chg="addSp modSp add mod">
        <pc:chgData name="Lucas Rios" userId="b55e9a44c6326244" providerId="LiveId" clId="{C341934D-E88C-4EA1-B222-2AF0679781E8}" dt="2026-02-08T17:51:37.232" v="942" actId="20577"/>
        <pc:sldMkLst>
          <pc:docMk/>
          <pc:sldMk cId="2084239632" sldId="300"/>
        </pc:sldMkLst>
        <pc:spChg chg="add mod">
          <ac:chgData name="Lucas Rios" userId="b55e9a44c6326244" providerId="LiveId" clId="{C341934D-E88C-4EA1-B222-2AF0679781E8}" dt="2026-02-08T17:50:23.882" v="829" actId="1076"/>
          <ac:spMkLst>
            <pc:docMk/>
            <pc:sldMk cId="2084239632" sldId="300"/>
            <ac:spMk id="6" creationId="{B5769262-5831-EEB2-0D92-D51BD09C219C}"/>
          </ac:spMkLst>
        </pc:spChg>
        <pc:spChg chg="add mod">
          <ac:chgData name="Lucas Rios" userId="b55e9a44c6326244" providerId="LiveId" clId="{C341934D-E88C-4EA1-B222-2AF0679781E8}" dt="2026-02-08T17:50:30.193" v="831" actId="1076"/>
          <ac:spMkLst>
            <pc:docMk/>
            <pc:sldMk cId="2084239632" sldId="300"/>
            <ac:spMk id="7" creationId="{0CF6B935-1204-B233-E129-EBE816CA220F}"/>
          </ac:spMkLst>
        </pc:spChg>
        <pc:spChg chg="add mod">
          <ac:chgData name="Lucas Rios" userId="b55e9a44c6326244" providerId="LiveId" clId="{C341934D-E88C-4EA1-B222-2AF0679781E8}" dt="2026-02-08T17:50:43.600" v="842" actId="1035"/>
          <ac:spMkLst>
            <pc:docMk/>
            <pc:sldMk cId="2084239632" sldId="300"/>
            <ac:spMk id="8" creationId="{2B647F55-105A-12AB-D13E-D0583759E096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9" creationId="{C5CDA281-EA9A-7684-A7A3-BB8186CC57A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0" creationId="{2EAB4B1E-6F57-A127-6995-723BD3EB945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2" creationId="{BB0DD661-82E9-F396-6E78-8A8B833A3565}"/>
          </ac:spMkLst>
        </pc:spChg>
        <pc:spChg chg="mod">
          <ac:chgData name="Lucas Rios" userId="b55e9a44c6326244" providerId="LiveId" clId="{C341934D-E88C-4EA1-B222-2AF0679781E8}" dt="2026-02-08T17:51:37.232" v="942" actId="20577"/>
          <ac:spMkLst>
            <pc:docMk/>
            <pc:sldMk cId="2084239632" sldId="300"/>
            <ac:spMk id="22" creationId="{3F9CBD0A-5B55-7D38-700A-66B5A2F7A368}"/>
          </ac:spMkLst>
        </pc:spChg>
      </pc:sldChg>
      <pc:sldChg chg="modSp add mod">
        <pc:chgData name="Lucas Rios" userId="b55e9a44c6326244" providerId="LiveId" clId="{C341934D-E88C-4EA1-B222-2AF0679781E8}" dt="2026-02-08T18:08:03.792" v="1180" actId="20577"/>
        <pc:sldMkLst>
          <pc:docMk/>
          <pc:sldMk cId="163415835" sldId="301"/>
        </pc:sldMkLst>
        <pc:spChg chg="mod">
          <ac:chgData name="Lucas Rios" userId="b55e9a44c6326244" providerId="LiveId" clId="{C341934D-E88C-4EA1-B222-2AF0679781E8}" dt="2026-02-08T18:08:03.792" v="1180" actId="20577"/>
          <ac:spMkLst>
            <pc:docMk/>
            <pc:sldMk cId="163415835" sldId="301"/>
            <ac:spMk id="22" creationId="{3239A21F-7AD3-3B81-E9A1-7B09393FEBD2}"/>
          </ac:spMkLst>
        </pc:spChg>
      </pc:sldChg>
      <pc:sldChg chg="addSp delSp modSp add mod">
        <pc:chgData name="Lucas Rios" userId="b55e9a44c6326244" providerId="LiveId" clId="{C341934D-E88C-4EA1-B222-2AF0679781E8}" dt="2026-02-08T18:04:24.935" v="1147" actId="478"/>
        <pc:sldMkLst>
          <pc:docMk/>
          <pc:sldMk cId="596446520" sldId="302"/>
        </pc:sldMkLst>
        <pc:spChg chg="add mod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5" creationId="{CF23BFD2-2428-E71C-53CB-108AAF5E8BDA}"/>
          </ac:spMkLst>
        </pc:spChg>
        <pc:spChg chg="del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6" creationId="{5A6CAB76-4B2B-9003-1044-ED97DA63A6F9}"/>
          </ac:spMkLst>
        </pc:spChg>
        <pc:spChg chg="del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8" creationId="{4AB75A3D-7D21-8F84-A8DD-B6E6C9471D8E}"/>
          </ac:spMkLst>
        </pc:spChg>
        <pc:spChg chg="add mod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9" creationId="{748A6D5E-89C7-99A6-CF9F-2A8A718A75DD}"/>
          </ac:spMkLst>
        </pc:spChg>
        <pc:spChg chg="del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0" creationId="{47E2654E-46C2-29CB-71B3-780E9D00828C}"/>
          </ac:spMkLst>
        </pc:spChg>
        <pc:spChg chg="add mod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2" creationId="{1F133150-5AEB-2D25-7830-7E5126E49D02}"/>
          </ac:spMkLst>
        </pc:spChg>
        <pc:spChg chg="del">
          <ac:chgData name="Lucas Rios" userId="b55e9a44c6326244" providerId="LiveId" clId="{C341934D-E88C-4EA1-B222-2AF0679781E8}" dt="2026-02-08T18:04:24.935" v="1147" actId="478"/>
          <ac:spMkLst>
            <pc:docMk/>
            <pc:sldMk cId="596446520" sldId="302"/>
            <ac:spMk id="80" creationId="{84934CD9-693E-230A-5966-827C093EA224}"/>
          </ac:spMkLst>
        </pc:spChg>
        <pc:spChg chg="del">
          <ac:chgData name="Lucas Rios" userId="b55e9a44c6326244" providerId="LiveId" clId="{C341934D-E88C-4EA1-B222-2AF0679781E8}" dt="2026-02-08T18:04:23.793" v="1146" actId="478"/>
          <ac:spMkLst>
            <pc:docMk/>
            <pc:sldMk cId="596446520" sldId="302"/>
            <ac:spMk id="81" creationId="{ED222693-9E54-43B4-0184-6B146E662DDB}"/>
          </ac:spMkLst>
        </pc:spChg>
      </pc:sldChg>
      <pc:sldChg chg="addSp delSp modSp add mod ord">
        <pc:chgData name="Lucas Rios" userId="b55e9a44c6326244" providerId="LiveId" clId="{C341934D-E88C-4EA1-B222-2AF0679781E8}" dt="2026-02-08T18:04:21.643" v="1145" actId="478"/>
        <pc:sldMkLst>
          <pc:docMk/>
          <pc:sldMk cId="1992617343" sldId="303"/>
        </pc:sldMkLst>
        <pc:spChg chg="add mod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5" creationId="{1BB37B27-A5E7-8F2B-1F0F-B1CA3F4E5D49}"/>
          </ac:spMkLst>
        </pc:spChg>
        <pc:spChg chg="del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8" creationId="{2B2B1DCC-678B-CDA7-A252-9AB9A303763B}"/>
          </ac:spMkLst>
        </pc:spChg>
        <pc:spChg chg="add mod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9" creationId="{61AF602E-268D-FA3A-6969-A94C01BF9CFD}"/>
          </ac:spMkLst>
        </pc:spChg>
        <pc:spChg chg="del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10" creationId="{5FC377E3-FC54-E0FA-9E21-5F4DFCD8984B}"/>
          </ac:spMkLst>
        </pc:spChg>
        <pc:spChg chg="del">
          <ac:chgData name="Lucas Rios" userId="b55e9a44c6326244" providerId="LiveId" clId="{C341934D-E88C-4EA1-B222-2AF0679781E8}" dt="2026-02-08T18:04:21.643" v="1145" actId="478"/>
          <ac:spMkLst>
            <pc:docMk/>
            <pc:sldMk cId="1992617343" sldId="303"/>
            <ac:spMk id="80" creationId="{08A7D525-373D-6B67-0686-800368005306}"/>
          </ac:spMkLst>
        </pc:spChg>
        <pc:spChg chg="del">
          <ac:chgData name="Lucas Rios" userId="b55e9a44c6326244" providerId="LiveId" clId="{C341934D-E88C-4EA1-B222-2AF0679781E8}" dt="2026-02-08T18:04:20.256" v="1144" actId="478"/>
          <ac:spMkLst>
            <pc:docMk/>
            <pc:sldMk cId="1992617343" sldId="303"/>
            <ac:spMk id="81" creationId="{F3812567-7297-73A4-10F0-E8EA9CC855D5}"/>
          </ac:spMkLst>
        </pc:spChg>
      </pc:sldChg>
      <pc:sldChg chg="addSp delSp modSp add mod ord">
        <pc:chgData name="Lucas Rios" userId="b55e9a44c6326244" providerId="LiveId" clId="{C341934D-E88C-4EA1-B222-2AF0679781E8}" dt="2026-02-08T18:04:16.625" v="1143" actId="478"/>
        <pc:sldMkLst>
          <pc:docMk/>
          <pc:sldMk cId="382497210" sldId="304"/>
        </pc:sldMkLst>
        <pc:spChg chg="add mod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5" creationId="{4B285A44-A1CE-AFBD-B4BA-A3646C7A3900}"/>
          </ac:spMkLst>
        </pc:spChg>
        <pc:spChg chg="del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10" creationId="{BE47F0B0-6F39-1D24-3318-1D801CC859AA}"/>
          </ac:spMkLst>
        </pc:spChg>
        <pc:spChg chg="del">
          <ac:chgData name="Lucas Rios" userId="b55e9a44c6326244" providerId="LiveId" clId="{C341934D-E88C-4EA1-B222-2AF0679781E8}" dt="2026-02-08T18:04:16.625" v="1143" actId="478"/>
          <ac:spMkLst>
            <pc:docMk/>
            <pc:sldMk cId="382497210" sldId="304"/>
            <ac:spMk id="80" creationId="{77336A7E-2B61-4AFC-A24F-EA92C61B6697}"/>
          </ac:spMkLst>
        </pc:spChg>
        <pc:spChg chg="del">
          <ac:chgData name="Lucas Rios" userId="b55e9a44c6326244" providerId="LiveId" clId="{C341934D-E88C-4EA1-B222-2AF0679781E8}" dt="2026-02-08T18:04:15.129" v="1142" actId="478"/>
          <ac:spMkLst>
            <pc:docMk/>
            <pc:sldMk cId="382497210" sldId="304"/>
            <ac:spMk id="81" creationId="{152F399A-B882-35D0-74CE-76887A378797}"/>
          </ac:spMkLst>
        </pc:spChg>
      </pc:sldChg>
      <pc:sldChg chg="delSp add mod ord">
        <pc:chgData name="Lucas Rios" userId="b55e9a44c6326244" providerId="LiveId" clId="{C341934D-E88C-4EA1-B222-2AF0679781E8}" dt="2026-02-08T18:04:12.368" v="1141" actId="478"/>
        <pc:sldMkLst>
          <pc:docMk/>
          <pc:sldMk cId="3567473554" sldId="305"/>
        </pc:sldMkLst>
        <pc:spChg chg="del">
          <ac:chgData name="Lucas Rios" userId="b55e9a44c6326244" providerId="LiveId" clId="{C341934D-E88C-4EA1-B222-2AF0679781E8}" dt="2026-02-08T18:04:12.368" v="1141" actId="478"/>
          <ac:spMkLst>
            <pc:docMk/>
            <pc:sldMk cId="3567473554" sldId="305"/>
            <ac:spMk id="80" creationId="{D75099A8-496D-A68E-B95D-ECBA62C1DBFB}"/>
          </ac:spMkLst>
        </pc:spChg>
        <pc:spChg chg="del">
          <ac:chgData name="Lucas Rios" userId="b55e9a44c6326244" providerId="LiveId" clId="{C341934D-E88C-4EA1-B222-2AF0679781E8}" dt="2026-02-08T18:04:10.641" v="1140" actId="478"/>
          <ac:spMkLst>
            <pc:docMk/>
            <pc:sldMk cId="3567473554" sldId="305"/>
            <ac:spMk id="81" creationId="{C3188986-D5D7-BB62-2CE3-1FC64F6E8F3B}"/>
          </ac:spMkLst>
        </pc:spChg>
      </pc:sldChg>
      <pc:sldMasterChg chg="delSldLayout">
        <pc:chgData name="Lucas Rios" userId="b55e9a44c6326244" providerId="LiveId" clId="{C341934D-E88C-4EA1-B222-2AF0679781E8}" dt="2026-02-08T18:04:38.320" v="1154" actId="47"/>
        <pc:sldMasterMkLst>
          <pc:docMk/>
          <pc:sldMasterMk cId="1928452137" sldId="2147483666"/>
        </pc:sldMasterMkLst>
        <pc:sldLayoutChg chg="del">
          <pc:chgData name="Lucas Rios" userId="b55e9a44c6326244" providerId="LiveId" clId="{C341934D-E88C-4EA1-B222-2AF0679781E8}" dt="2026-02-08T18:04:36.693" v="1152" actId="47"/>
          <pc:sldLayoutMkLst>
            <pc:docMk/>
            <pc:sldMasterMk cId="1928452137" sldId="2147483666"/>
            <pc:sldLayoutMk cId="4026250860" sldId="2147483685"/>
          </pc:sldLayoutMkLst>
        </pc:sldLayoutChg>
        <pc:sldLayoutChg chg="del">
          <pc:chgData name="Lucas Rios" userId="b55e9a44c6326244" providerId="LiveId" clId="{C341934D-E88C-4EA1-B222-2AF0679781E8}" dt="2026-02-08T18:04:38.320" v="1154" actId="47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E75C96-6954-4169-86C5-0628F3F633E6}" type="datetime1">
              <a:rPr lang="pt-BR" smtClean="0"/>
              <a:t>09/03/2026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75291-0B95-4A00-9C6C-54CBD6EF268B}" type="datetime1">
              <a:rPr lang="pt-BR" smtClean="0"/>
              <a:pPr/>
              <a:t>09/03/2026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695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94F4D-D70C-E590-04B7-615F74BE7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F703733-19CD-630C-3C5F-4E926F243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74C6E53-04C6-9FD8-97B1-34D6192E1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7566B9D-25FD-50B8-4254-1A1E945F9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3801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D1E01-34BC-4DE3-C03D-E966A608B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DB10487-0983-A954-B6E4-8072D3510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1891F64-8676-19AE-0207-4EA5B62AA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4978316-0CC0-5B55-8301-402EB48F58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7095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A0219-927F-05D4-2BB7-9A009BCCA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2102B4A-A01A-B9CD-52B0-98177899A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190506F-7DF8-B8B9-8BCE-41BBB77BD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29CC8E1-AB3C-20C4-468A-BA6DB4667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1600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75179-7ED8-DB76-0AC5-18DD7B43A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4F4A6D3-0F0C-4060-EE13-199953EC2E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ECFB7D5-69E2-386A-9136-BDDD98996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D11372-81F9-F687-FD45-181698FDEE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621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F04DB-D0BA-DC99-8487-E769BAAD2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AF90F55-6FD3-0072-9841-3D78B5F9CC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5D8633D-35B8-E927-0BB0-863375581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68D8E93-868D-33DA-86E8-689366CE14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22797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A3672-206A-2587-C24F-5C62D9B78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C86EB8F-C211-43AF-2784-D9DA48DCD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3DBB2EC-B11D-B2DB-3CE5-E6E747473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BA6F2D-31A1-97DE-9454-AF40FE08B5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507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FEDAD-238B-9AEA-E91D-5DDBAE725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1396D7B-2AF7-B71F-13FB-6C80C8A340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473DFEA-0AD4-F7B0-D210-628E4688B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0B75F54-2416-7E32-A3F4-6DE2914E2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73490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8A9F6-4EE0-FD87-A925-805AE914F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933B09D-13E9-95CF-24FA-349736FD6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0E86B3D-7322-75C0-378C-B2058681B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2EED669-B9C0-2A82-3654-304BFFA35B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041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96CEF-1ADB-0417-6E51-9AD0F0668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8B963EC-DA4B-E4CA-D51A-34F1F7AF5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EDF8C8C-424C-809D-F2FE-49AF93D3B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4B16819-C17D-EA79-9D65-6463D9EA02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0650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1ABD3-4A5F-B097-03B4-FCF16E84D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9D95134-1230-D11D-2895-876D1CA41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3392F3F-AB9D-797F-03A5-D6A7F080E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6A02FF-AD74-4532-9157-D1607A7E4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53851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946B9-455C-1D89-4A77-19E360BAD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F40564D-F547-D7B9-1DBD-185890CAD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1BECE1D-8815-60DF-BC3D-CE903A047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20B74F5-5F7C-991F-600C-7BC3E538A2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08312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CA21C-8131-C39F-8A0C-5A8317C16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4AFA0F3-5249-2053-A291-E05515EB2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83A4E76-380B-A3F5-E43B-0B5CC3EF5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22BE791-B4C9-5379-3907-6D52FB8236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05119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9A13B-31AB-D0E3-B008-4BEC42596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88F74EC-E3FE-9BC7-E6D4-0D978BE17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E32D638-47CD-D3A4-5100-A6FBCA075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3FFCCA-0FB8-FFA8-15AF-F286D6326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35504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2F5D6-80F7-0D7A-FE6B-845E3FD9D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07A9890-2E44-ACDC-FC40-8EBA334BAD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A15E98A-D864-C935-B33E-CCB902CB2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E4003BF-5E60-350F-0311-7980D82EB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3247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257E2-6E1E-2D8D-3D3B-5714C987E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C30E818-ABDC-FAD8-7098-CE483DE88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9C73B6C-5F1F-9EE2-EC13-3DB569220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4C2BAF-9F68-9213-197B-1C85547FCE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58265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61E70-88FD-8778-F880-39319B233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2F4DA3F-21BE-A192-79F4-02264058C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B0C3837-7B0D-344B-F24A-FD4B73DD0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9C8E586-C053-F071-945A-D6C88EED8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40997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2D410-0C68-2826-9DBA-2D4271243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5243A67-6C4C-3D3D-6035-675E224169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F4C1A7F-3BF7-567C-614D-B705DC37A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BD40A51-3939-6B75-0088-366AB54A7B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84958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D9D5A-BA47-DD5D-13DA-42990AAE3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FD9D398-D81E-CA80-C20F-6BDFA2C82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EA285A7-91D4-6F15-3DCE-0749C56DA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18D5A8-764D-C327-EA09-073C87A809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4337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CF469-9112-2B57-CF4B-96826597C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D3707B8-72A6-C523-5EC2-E26AAF9A8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DE43E04-D5AD-5BF3-5DCD-9B2AA92C5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FF4678-D72D-9188-A640-83A35A92F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43603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9324A-12BC-C456-7EF0-7984E62FF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4C61CC7-B611-EBF7-207A-17CEDB9A7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4B36530-253B-489A-BF75-C1CDE392B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186F41E-5AE6-1061-2AD4-9898C7D5C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45810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5F256-DD3A-082D-7DD4-DEE000BD3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EA27479-D3E7-7B0F-5650-D7F794AD8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82715A6-CF88-98B8-63DC-EEDC73ECD7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52596A-33C3-1CC5-98C0-3496790330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5781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D9BA4-438D-B5AC-6A07-ED3891F3A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1B79EA2-8E5D-A854-5F8E-91B155923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4F48622-0854-7B22-31BD-B03CFEDAEB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6037857-7487-2924-9F15-8F9308050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03165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C8109-901F-0C2E-AB7B-EE1D67C17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4366C8A-882A-3F86-E8E8-432421F19D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55454F8-D2A1-98BA-42FF-5C03A611A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202F5A5-5684-71EB-423A-17A6CC9EF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43447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328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8" name="Espaço Reservado para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4" name="Espaço Reservado para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5" name="Espaço Reservado para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6" name="Espaço Reservado para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7" name="Espaço Reservado para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1" name="Espaço Reservado para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2" name="Espaço Reservado para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3" name="Espaço Reservado para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4" name="Espaço Reservado para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13" name="Espaço Reservado para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8" name="Espaço Reservado para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3" name="Espaço Reservado para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4" name="Espaço Reservado para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alo da Se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2" name="Espaço Reservado para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6" name="Espaço Reservado para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Dat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8" name="Espaço Reservado para Rodapé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9" name="Espaço Reservado para o Número do Slid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Trê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merca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ço Reservado para Conteú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endParaRPr lang="pt-BR" noProof="0"/>
          </a:p>
        </p:txBody>
      </p:sp>
      <p:sp>
        <p:nvSpPr>
          <p:cNvPr id="27" name="Espaço Reservado para Conteú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údo Do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20" name="Espaço Reservado para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5" name="Espaço Reservado para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6" name="Espaço Reservado para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7" name="Espaço Reservado para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8" name="Espaço Reservado para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9" name="Espaço Reservado para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6" name="Espaço Reservado para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7" name="Espaço Reservado para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7" name="Espaço Reservado para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9" name="Espaço Reservado para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0" name="Espaço Reservado para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ço Reservado para Dat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37" name="Espaço Reservado para Rodapé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38" name="Espaço Reservado para o Número do Slid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5" name="Espaço Reservado para Imagem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6" name="Espaço Reservado para Imagem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7" name="Espaço Reservado para Imagem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58" name="Espaço Reservado para Imagem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4" name="Espaço Reservado para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2" name="Espaço Reservado para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4" name="Espaço Reservado para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1" name="Espaço Reservado para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5" name="Espaço Reservado para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4" name="Espaço Reservado para Conteú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5" name="Espaço Reservado para Conteú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Conteú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/>
          <a:lstStyle/>
          <a:p>
            <a:r>
              <a:rPr lang="pt-BR" dirty="0"/>
              <a:t>Modularização e separação de responsabilidades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/>
          <a:lstStyle/>
          <a:p>
            <a:pPr rtl="0"/>
            <a:r>
              <a:rPr lang="pt-BR" dirty="0"/>
              <a:t>Lucas Rios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236AC-F004-30CE-8295-D553E012A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FC2D00-3DB0-E74A-BD51-FD53D19BB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0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princípios estruturais</a:t>
            </a:r>
            <a:endParaRPr lang="pt-BR" kern="1200" cap="all" spc="150" baseline="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03366F2-DFFC-E99A-9354-A575E45414FB}"/>
              </a:ext>
            </a:extLst>
          </p:cNvPr>
          <p:cNvSpPr txBox="1"/>
          <p:nvPr/>
        </p:nvSpPr>
        <p:spPr>
          <a:xfrm>
            <a:off x="1230701" y="1640296"/>
            <a:ext cx="97305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A ideia central é separar </a:t>
            </a:r>
            <a:r>
              <a:rPr lang="pt-BR" b="1" dirty="0"/>
              <a:t>interface</a:t>
            </a:r>
            <a:r>
              <a:rPr lang="pt-BR" dirty="0"/>
              <a:t>, </a:t>
            </a:r>
            <a:r>
              <a:rPr lang="pt-BR" b="1" dirty="0"/>
              <a:t>lógica de produto</a:t>
            </a:r>
            <a:r>
              <a:rPr lang="pt-BR" dirty="0"/>
              <a:t> e </a:t>
            </a:r>
            <a:r>
              <a:rPr lang="pt-BR" b="1" dirty="0"/>
              <a:t>processamento de IA</a:t>
            </a:r>
            <a:r>
              <a:rPr lang="pt-BR" dirty="0"/>
              <a:t>, evitando acoplamento.</a:t>
            </a:r>
          </a:p>
        </p:txBody>
      </p:sp>
    </p:spTree>
    <p:extLst>
      <p:ext uri="{BB962C8B-B14F-4D97-AF65-F5344CB8AC3E}">
        <p14:creationId xmlns:p14="http://schemas.microsoft.com/office/powerpoint/2010/main" val="3555054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1F214-18D9-E52A-0896-890F8BF15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90FB12-499E-6F2C-7B64-A716B1585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0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princípios estruturais</a:t>
            </a:r>
            <a:endParaRPr lang="pt-BR" kern="1200" cap="all" spc="150" baseline="0" dirty="0">
              <a:latin typeface="+mj-lt"/>
              <a:ea typeface="+mj-ea"/>
              <a:cs typeface="+mj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F045FE3-3774-4FB6-C654-96719634C026}"/>
              </a:ext>
            </a:extLst>
          </p:cNvPr>
          <p:cNvSpPr txBox="1"/>
          <p:nvPr/>
        </p:nvSpPr>
        <p:spPr>
          <a:xfrm>
            <a:off x="1230701" y="3247692"/>
            <a:ext cx="620526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Feature-</a:t>
            </a:r>
            <a:r>
              <a:rPr lang="pt-BR" sz="2400" dirty="0" err="1"/>
              <a:t>first</a:t>
            </a:r>
            <a:r>
              <a:rPr lang="pt-BR" sz="2400" dirty="0"/>
              <a:t> </a:t>
            </a:r>
            <a:r>
              <a:rPr lang="pt-BR" sz="2400" dirty="0" err="1"/>
              <a:t>architecture</a:t>
            </a: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Pipelines de IA isolados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Camada de interface simplificada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A070686-F256-08B6-21A5-3C816C0C8CF0}"/>
              </a:ext>
            </a:extLst>
          </p:cNvPr>
          <p:cNvSpPr txBox="1"/>
          <p:nvPr/>
        </p:nvSpPr>
        <p:spPr>
          <a:xfrm>
            <a:off x="1230701" y="1640296"/>
            <a:ext cx="97305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A ideia central é separar </a:t>
            </a:r>
            <a:r>
              <a:rPr lang="pt-BR" b="1" dirty="0"/>
              <a:t>interface</a:t>
            </a:r>
            <a:r>
              <a:rPr lang="pt-BR" dirty="0"/>
              <a:t>, </a:t>
            </a:r>
            <a:r>
              <a:rPr lang="pt-BR" b="1" dirty="0"/>
              <a:t>lógica de produto</a:t>
            </a:r>
            <a:r>
              <a:rPr lang="pt-BR" dirty="0"/>
              <a:t> e </a:t>
            </a:r>
            <a:r>
              <a:rPr lang="pt-BR" b="1" dirty="0"/>
              <a:t>processamento de IA</a:t>
            </a:r>
            <a:r>
              <a:rPr lang="pt-BR" dirty="0"/>
              <a:t>, evitando acoplamento.</a:t>
            </a:r>
          </a:p>
        </p:txBody>
      </p:sp>
    </p:spTree>
    <p:extLst>
      <p:ext uri="{BB962C8B-B14F-4D97-AF65-F5344CB8AC3E}">
        <p14:creationId xmlns:p14="http://schemas.microsoft.com/office/powerpoint/2010/main" val="619403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F29FB-304E-13A8-6D92-A0E2F1324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D832BCA6-9F19-D1BB-4164-D7DE83427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46" y="305436"/>
            <a:ext cx="5431971" cy="846301"/>
          </a:xfrm>
        </p:spPr>
        <p:txBody>
          <a:bodyPr rtlCol="0">
            <a:normAutofit fontScale="90000"/>
          </a:bodyPr>
          <a:lstStyle/>
          <a:p>
            <a:r>
              <a:rPr lang="pt-BR" dirty="0"/>
              <a:t>Feature-</a:t>
            </a:r>
            <a:r>
              <a:rPr lang="pt-BR" dirty="0" err="1"/>
              <a:t>First</a:t>
            </a:r>
            <a:r>
              <a:rPr lang="pt-BR" dirty="0"/>
              <a:t> </a:t>
            </a:r>
            <a:r>
              <a:rPr lang="pt-BR" dirty="0" err="1"/>
              <a:t>Architecture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94E6347-9FE0-7E7B-5AFD-0B7C01607620}"/>
              </a:ext>
            </a:extLst>
          </p:cNvPr>
          <p:cNvSpPr txBox="1"/>
          <p:nvPr/>
        </p:nvSpPr>
        <p:spPr>
          <a:xfrm>
            <a:off x="1065362" y="1626404"/>
            <a:ext cx="70434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/>
              <a:t>Arquitetura feature-</a:t>
            </a:r>
            <a:r>
              <a:rPr lang="pt-BR" sz="2000" dirty="0" err="1"/>
              <a:t>first</a:t>
            </a:r>
            <a:r>
              <a:rPr lang="pt-BR" sz="2000" dirty="0"/>
              <a:t> organiza o código em torno de </a:t>
            </a:r>
            <a:r>
              <a:rPr lang="pt-BR" sz="2000" b="1" u="sng" dirty="0"/>
              <a:t>funcionalidades do produto</a:t>
            </a:r>
            <a:r>
              <a:rPr lang="pt-BR" sz="2000" dirty="0"/>
              <a:t>, e não em torno de tecnologias.</a:t>
            </a:r>
          </a:p>
        </p:txBody>
      </p:sp>
    </p:spTree>
    <p:extLst>
      <p:ext uri="{BB962C8B-B14F-4D97-AF65-F5344CB8AC3E}">
        <p14:creationId xmlns:p14="http://schemas.microsoft.com/office/powerpoint/2010/main" val="3045934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485F7-DAB8-6FC1-84BD-F9BA77832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F371C2E8-8587-B047-CD11-5FBE8DBE3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46" y="305436"/>
            <a:ext cx="5431971" cy="846301"/>
          </a:xfrm>
        </p:spPr>
        <p:txBody>
          <a:bodyPr rtlCol="0">
            <a:normAutofit fontScale="90000"/>
          </a:bodyPr>
          <a:lstStyle/>
          <a:p>
            <a:r>
              <a:rPr lang="pt-BR" dirty="0"/>
              <a:t>Feature-</a:t>
            </a:r>
            <a:r>
              <a:rPr lang="pt-BR" dirty="0" err="1"/>
              <a:t>First</a:t>
            </a:r>
            <a:r>
              <a:rPr lang="pt-BR" dirty="0"/>
              <a:t> </a:t>
            </a:r>
            <a:r>
              <a:rPr lang="pt-BR" dirty="0" err="1"/>
              <a:t>Architecture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F8424E1-1451-EE1A-31A8-4D3C08EB7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08" y="3340028"/>
            <a:ext cx="4420514" cy="1891568"/>
          </a:xfrm>
          <a:prstGeom prst="rect">
            <a:avLst/>
          </a:prstGeom>
        </p:spPr>
      </p:pic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E0F8EDF4-8C98-1B1E-C863-03E25E6E69F0}"/>
              </a:ext>
            </a:extLst>
          </p:cNvPr>
          <p:cNvSpPr/>
          <p:nvPr/>
        </p:nvSpPr>
        <p:spPr>
          <a:xfrm>
            <a:off x="5098212" y="3673336"/>
            <a:ext cx="2777705" cy="12249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C7990D3-9D96-B299-DC08-AE5EB2126879}"/>
              </a:ext>
            </a:extLst>
          </p:cNvPr>
          <p:cNvSpPr/>
          <p:nvPr/>
        </p:nvSpPr>
        <p:spPr>
          <a:xfrm>
            <a:off x="8126607" y="3802731"/>
            <a:ext cx="3638385" cy="966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D2F6908-ED3C-B63A-AAF2-240AA49EF8DD}"/>
              </a:ext>
            </a:extLst>
          </p:cNvPr>
          <p:cNvSpPr txBox="1"/>
          <p:nvPr/>
        </p:nvSpPr>
        <p:spPr>
          <a:xfrm>
            <a:off x="8126607" y="3824145"/>
            <a:ext cx="36383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Essas estruturas organizam o projeto por </a:t>
            </a:r>
            <a:r>
              <a:rPr lang="pt-BR" b="1" u="sng" dirty="0"/>
              <a:t>tipo técnico</a:t>
            </a:r>
            <a:r>
              <a:rPr lang="pt-BR" dirty="0"/>
              <a:t>, não por capacidade do produto.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B0874C1-5327-BF3C-B43B-F8B903186AC6}"/>
              </a:ext>
            </a:extLst>
          </p:cNvPr>
          <p:cNvSpPr txBox="1"/>
          <p:nvPr/>
        </p:nvSpPr>
        <p:spPr>
          <a:xfrm>
            <a:off x="1065362" y="1626404"/>
            <a:ext cx="70434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/>
              <a:t>Arquitetura feature-</a:t>
            </a:r>
            <a:r>
              <a:rPr lang="pt-BR" sz="2000" dirty="0" err="1"/>
              <a:t>first</a:t>
            </a:r>
            <a:r>
              <a:rPr lang="pt-BR" sz="2000" dirty="0"/>
              <a:t> organiza o código em torno de </a:t>
            </a:r>
            <a:r>
              <a:rPr lang="pt-BR" sz="2000" b="1" u="sng" dirty="0"/>
              <a:t>funcionalidades do produto</a:t>
            </a:r>
            <a:r>
              <a:rPr lang="pt-BR" sz="2000" dirty="0"/>
              <a:t>, e não em torno de tecnologias.</a:t>
            </a:r>
          </a:p>
        </p:txBody>
      </p:sp>
    </p:spTree>
    <p:extLst>
      <p:ext uri="{BB962C8B-B14F-4D97-AF65-F5344CB8AC3E}">
        <p14:creationId xmlns:p14="http://schemas.microsoft.com/office/powerpoint/2010/main" val="1093928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168A0-23AB-38A0-D1BC-35BF68B5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5B62260-D09B-B686-8E0F-97DFB8CB7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46" y="305436"/>
            <a:ext cx="5431971" cy="846301"/>
          </a:xfrm>
        </p:spPr>
        <p:txBody>
          <a:bodyPr rtlCol="0">
            <a:normAutofit fontScale="90000"/>
          </a:bodyPr>
          <a:lstStyle/>
          <a:p>
            <a:r>
              <a:rPr lang="pt-BR" dirty="0"/>
              <a:t>Feature-</a:t>
            </a:r>
            <a:r>
              <a:rPr lang="pt-BR" dirty="0" err="1"/>
              <a:t>First</a:t>
            </a:r>
            <a:r>
              <a:rPr lang="pt-BR" dirty="0"/>
              <a:t> </a:t>
            </a:r>
            <a:r>
              <a:rPr lang="pt-BR" dirty="0" err="1"/>
              <a:t>Architecture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EEAE5B2-B4BC-4022-8941-4085EBDE3922}"/>
              </a:ext>
            </a:extLst>
          </p:cNvPr>
          <p:cNvSpPr txBox="1"/>
          <p:nvPr/>
        </p:nvSpPr>
        <p:spPr>
          <a:xfrm>
            <a:off x="1065362" y="1626404"/>
            <a:ext cx="1064931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/>
              <a:t>Coesão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000" dirty="0"/>
              <a:t>Tudo que pertence a uma feature, por exemplo, está em um único lugar.	</a:t>
            </a:r>
            <a:endParaRPr lang="pt-BR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/>
              <a:t>Evolução independente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000" dirty="0"/>
              <a:t>Se um produto adiciona uma nova feature, não precisa alterar o restante do sistema</a:t>
            </a:r>
            <a:endParaRPr lang="pt-BR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/>
              <a:t>Escalabilidade de times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000" dirty="0"/>
              <a:t>Em produtos maiores, equipes trabalham por </a:t>
            </a:r>
            <a:r>
              <a:rPr lang="pt-BR" sz="2000" b="1" dirty="0"/>
              <a:t>feature</a:t>
            </a:r>
            <a:r>
              <a:rPr lang="pt-BR" sz="2000" dirty="0"/>
              <a:t>, não exclusivamente por tecnologia.</a:t>
            </a:r>
            <a:endParaRPr lang="pt-BR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/>
              <a:t>Organização mental do produto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000" dirty="0"/>
              <a:t>A estrutura do código reflete diretamente </a:t>
            </a:r>
            <a:r>
              <a:rPr lang="pt-BR" sz="2000" b="1" dirty="0"/>
              <a:t>o que o produto faz</a:t>
            </a:r>
            <a:r>
              <a:rPr lang="pt-BR" sz="2000" dirty="0"/>
              <a:t>.</a:t>
            </a:r>
            <a:endParaRPr lang="pt-BR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285714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E2C0F-9409-56B5-5E6C-DD46F38FD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0AB8E5-BE7C-25EB-7253-3E46BF339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6394"/>
            <a:ext cx="5431971" cy="846301"/>
          </a:xfrm>
        </p:spPr>
        <p:txBody>
          <a:bodyPr rtlCol="0">
            <a:normAutofit/>
          </a:bodyPr>
          <a:lstStyle/>
          <a:p>
            <a:pPr algn="r"/>
            <a:r>
              <a:rPr lang="pt-BR" dirty="0"/>
              <a:t>Pipelines de IA isolados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CE19B7F-67E3-AAAE-BBF9-7D048698C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7</a:t>
            </a:fld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F65670C-5F39-C2DD-4CB5-8244776D0DD6}"/>
              </a:ext>
            </a:extLst>
          </p:cNvPr>
          <p:cNvSpPr txBox="1"/>
          <p:nvPr/>
        </p:nvSpPr>
        <p:spPr>
          <a:xfrm>
            <a:off x="5968246" y="1222695"/>
            <a:ext cx="5559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2000" dirty="0"/>
              <a:t>Separar </a:t>
            </a:r>
            <a:r>
              <a:rPr lang="pt-BR" sz="2000" b="1" dirty="0"/>
              <a:t>o fluxo de IA do resto da aplicação</a:t>
            </a:r>
            <a:endParaRPr lang="pt-BR" sz="2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671F9D7-38C8-C992-9BE0-72719A50295F}"/>
              </a:ext>
            </a:extLst>
          </p:cNvPr>
          <p:cNvSpPr txBox="1"/>
          <p:nvPr/>
        </p:nvSpPr>
        <p:spPr>
          <a:xfrm>
            <a:off x="5254926" y="2438328"/>
            <a:ext cx="6098874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Pipelines de IA normalmente incluem várias etapas:</a:t>
            </a:r>
          </a:p>
          <a:p>
            <a:endParaRPr lang="pt-BR" sz="2000" dirty="0"/>
          </a:p>
          <a:p>
            <a:endParaRPr lang="pt-BR" sz="2000" dirty="0"/>
          </a:p>
          <a:p>
            <a:r>
              <a:rPr lang="pt-BR" sz="2000" dirty="0"/>
              <a:t>1. Preparação de dados</a:t>
            </a:r>
          </a:p>
          <a:p>
            <a:pPr marL="342900" indent="-342900">
              <a:buAutoNum type="arabicPeriod"/>
            </a:pPr>
            <a:endParaRPr lang="pt-BR" sz="2000" dirty="0"/>
          </a:p>
          <a:p>
            <a:r>
              <a:rPr lang="pt-BR" sz="2000" dirty="0"/>
              <a:t>2. Chamadas de modelo</a:t>
            </a:r>
          </a:p>
          <a:p>
            <a:endParaRPr lang="pt-BR" sz="2000" dirty="0"/>
          </a:p>
          <a:p>
            <a:r>
              <a:rPr lang="pt-BR" sz="2000" dirty="0"/>
              <a:t>3. Pós-processamento</a:t>
            </a:r>
          </a:p>
          <a:p>
            <a:endParaRPr lang="pt-BR" sz="2000" dirty="0"/>
          </a:p>
          <a:p>
            <a:r>
              <a:rPr lang="pt-BR" sz="2000" dirty="0"/>
              <a:t>4. Avaliação</a:t>
            </a:r>
          </a:p>
          <a:p>
            <a:endParaRPr lang="pt-BR" sz="2000" dirty="0"/>
          </a:p>
          <a:p>
            <a:r>
              <a:rPr lang="pt-BR" sz="2000" dirty="0"/>
              <a:t>5. Armazenamento de resultado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642750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CCEC0-DAD2-7F66-C1C0-3132834C3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EDB29-0EEF-6368-FF95-58B1D57DE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6394"/>
            <a:ext cx="5431971" cy="846301"/>
          </a:xfrm>
        </p:spPr>
        <p:txBody>
          <a:bodyPr rtlCol="0">
            <a:normAutofit/>
          </a:bodyPr>
          <a:lstStyle/>
          <a:p>
            <a:pPr algn="r"/>
            <a:r>
              <a:rPr lang="pt-BR" dirty="0"/>
              <a:t>Pipelines de IA isolados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07C3292-B5E6-6491-DC6A-A1DF3C04C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8</a:t>
            </a:fld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A9BFDB0-FF7C-24B5-A262-35F511E123F9}"/>
              </a:ext>
            </a:extLst>
          </p:cNvPr>
          <p:cNvSpPr txBox="1"/>
          <p:nvPr/>
        </p:nvSpPr>
        <p:spPr>
          <a:xfrm>
            <a:off x="3046563" y="1712030"/>
            <a:ext cx="609887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dirty="0"/>
              <a:t>Input do usuário</a:t>
            </a:r>
          </a:p>
          <a:p>
            <a:pPr algn="ctr"/>
            <a:r>
              <a:rPr lang="pt-BR" sz="2400" dirty="0"/>
              <a:t>↓</a:t>
            </a:r>
          </a:p>
          <a:p>
            <a:pPr algn="ctr"/>
            <a:r>
              <a:rPr lang="pt-BR" sz="2400" dirty="0"/>
              <a:t>Busca de contexto (RAG)</a:t>
            </a:r>
          </a:p>
          <a:p>
            <a:pPr algn="ctr"/>
            <a:r>
              <a:rPr lang="pt-BR" sz="2400" dirty="0"/>
              <a:t>↓</a:t>
            </a:r>
          </a:p>
          <a:p>
            <a:pPr algn="ctr"/>
            <a:r>
              <a:rPr lang="pt-BR" sz="2400" dirty="0"/>
              <a:t>Construção de prompt</a:t>
            </a:r>
          </a:p>
          <a:p>
            <a:pPr algn="ctr"/>
            <a:r>
              <a:rPr lang="pt-BR" sz="2400" dirty="0"/>
              <a:t>↓</a:t>
            </a:r>
          </a:p>
          <a:p>
            <a:pPr algn="ctr"/>
            <a:r>
              <a:rPr lang="pt-BR" sz="2400" dirty="0"/>
              <a:t>Chamada do LLM</a:t>
            </a:r>
          </a:p>
          <a:p>
            <a:pPr algn="ctr"/>
            <a:r>
              <a:rPr lang="pt-BR" sz="2400" dirty="0"/>
              <a:t>↓</a:t>
            </a:r>
          </a:p>
          <a:p>
            <a:pPr algn="ctr"/>
            <a:r>
              <a:rPr lang="pt-BR" sz="2400" dirty="0"/>
              <a:t>Pós-processamento</a:t>
            </a:r>
          </a:p>
          <a:p>
            <a:pPr algn="ctr"/>
            <a:r>
              <a:rPr lang="pt-BR" sz="2400" dirty="0"/>
              <a:t>↓</a:t>
            </a:r>
          </a:p>
          <a:p>
            <a:pPr algn="ctr"/>
            <a:r>
              <a:rPr lang="pt-BR" sz="2400" dirty="0"/>
              <a:t>Resposta</a:t>
            </a:r>
          </a:p>
        </p:txBody>
      </p:sp>
    </p:spTree>
    <p:extLst>
      <p:ext uri="{BB962C8B-B14F-4D97-AF65-F5344CB8AC3E}">
        <p14:creationId xmlns:p14="http://schemas.microsoft.com/office/powerpoint/2010/main" val="3335490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C8F03-BD60-318C-F8A2-FC75C1334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84042-B5C3-F3BC-A1AB-2220681A1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6394"/>
            <a:ext cx="5431971" cy="1207315"/>
          </a:xfrm>
        </p:spPr>
        <p:txBody>
          <a:bodyPr rtlCol="0">
            <a:normAutofit/>
          </a:bodyPr>
          <a:lstStyle/>
          <a:p>
            <a:pPr algn="r"/>
            <a:r>
              <a:rPr lang="pt-BR" dirty="0"/>
              <a:t>Pipelines de IA isolados</a:t>
            </a:r>
            <a:br>
              <a:rPr lang="pt-BR" dirty="0"/>
            </a:br>
            <a:r>
              <a:rPr lang="pt-BR" dirty="0"/>
              <a:t>Benefícios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A4323F5-9769-3B34-9138-844969673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9</a:t>
            </a:fld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DFB893C-1C17-27DC-492D-387DAAB8742F}"/>
              </a:ext>
            </a:extLst>
          </p:cNvPr>
          <p:cNvSpPr txBox="1"/>
          <p:nvPr/>
        </p:nvSpPr>
        <p:spPr>
          <a:xfrm>
            <a:off x="5254926" y="1583709"/>
            <a:ext cx="6098874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2800" b="1" dirty="0"/>
              <a:t>Reutilização</a:t>
            </a:r>
          </a:p>
          <a:p>
            <a:pPr algn="r"/>
            <a:endParaRPr lang="pt-BR" sz="2800" b="1" dirty="0"/>
          </a:p>
          <a:p>
            <a:pPr algn="r"/>
            <a:endParaRPr lang="pt-BR" sz="2800" b="1" dirty="0"/>
          </a:p>
          <a:p>
            <a:pPr algn="r"/>
            <a:r>
              <a:rPr lang="pt-BR" sz="2800" b="1" dirty="0"/>
              <a:t>Testabilidade</a:t>
            </a:r>
          </a:p>
          <a:p>
            <a:pPr algn="r"/>
            <a:endParaRPr lang="pt-BR" sz="2800" b="1" dirty="0"/>
          </a:p>
          <a:p>
            <a:pPr algn="r"/>
            <a:endParaRPr lang="pt-BR" sz="2800" b="1" dirty="0"/>
          </a:p>
          <a:p>
            <a:pPr algn="r"/>
            <a:r>
              <a:rPr lang="pt-BR" sz="2800" b="1" dirty="0"/>
              <a:t>Observabilidade</a:t>
            </a:r>
          </a:p>
          <a:p>
            <a:pPr algn="r"/>
            <a:endParaRPr lang="pt-BR" sz="2800" b="1" dirty="0"/>
          </a:p>
          <a:p>
            <a:pPr algn="r"/>
            <a:endParaRPr lang="pt-BR" sz="2800" b="1" dirty="0"/>
          </a:p>
          <a:p>
            <a:pPr algn="r"/>
            <a:r>
              <a:rPr lang="pt-BR" sz="2800" b="1" dirty="0"/>
              <a:t>Evolução de modelos</a:t>
            </a:r>
          </a:p>
          <a:p>
            <a:pPr algn="r"/>
            <a:endParaRPr lang="pt-BR" b="1" dirty="0"/>
          </a:p>
          <a:p>
            <a:pPr algn="r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728360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A65FA-564A-2748-E249-F0857871D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E3EEEE61-5799-4289-6740-E1B70E02F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46" y="305436"/>
            <a:ext cx="7744067" cy="846301"/>
          </a:xfrm>
        </p:spPr>
        <p:txBody>
          <a:bodyPr rtlCol="0">
            <a:normAutofit/>
          </a:bodyPr>
          <a:lstStyle/>
          <a:p>
            <a:r>
              <a:rPr lang="pt-BR" dirty="0"/>
              <a:t>Camada de interface simplificada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B4EBAED-90D7-FDAE-2965-EA382F2D88AF}"/>
              </a:ext>
            </a:extLst>
          </p:cNvPr>
          <p:cNvSpPr txBox="1"/>
          <p:nvPr/>
        </p:nvSpPr>
        <p:spPr>
          <a:xfrm>
            <a:off x="897866" y="2305615"/>
            <a:ext cx="519813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/>
              <a:t>Coleta input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/>
              <a:t>Chama um pipeline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/>
              <a:t>Exibe resultado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2933B4C-B48B-501C-22F0-5F6346D51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944085" y="3359735"/>
            <a:ext cx="4303830" cy="467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184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DC5E8-C8E8-2BF5-41AD-3E96EA21C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D5CA6B3F-982F-35F9-C0A1-709E1723D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46" y="305436"/>
            <a:ext cx="7744067" cy="846301"/>
          </a:xfrm>
        </p:spPr>
        <p:txBody>
          <a:bodyPr rtlCol="0">
            <a:normAutofit/>
          </a:bodyPr>
          <a:lstStyle/>
          <a:p>
            <a:r>
              <a:rPr lang="pt-BR" dirty="0"/>
              <a:t>Camada de interface simplificada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D942A54-8AC7-8CB4-2C96-49F06E788CE9}"/>
              </a:ext>
            </a:extLst>
          </p:cNvPr>
          <p:cNvSpPr txBox="1"/>
          <p:nvPr/>
        </p:nvSpPr>
        <p:spPr>
          <a:xfrm>
            <a:off x="897866" y="2305615"/>
            <a:ext cx="519813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/>
              <a:t>Coleta input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/>
              <a:t>Chama um pipeline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/>
              <a:t>Exibe resultado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E2A01B4-73D0-67FB-D75A-DEDDDCAC0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944085" y="3359735"/>
            <a:ext cx="4303830" cy="46708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9F839C8-7E22-A22F-16C7-6191049DB328}"/>
              </a:ext>
            </a:extLst>
          </p:cNvPr>
          <p:cNvSpPr txBox="1"/>
          <p:nvPr/>
        </p:nvSpPr>
        <p:spPr>
          <a:xfrm>
            <a:off x="6329542" y="2305615"/>
            <a:ext cx="586245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b="1" dirty="0"/>
              <a:t>Substituição fácil da interface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b="1" dirty="0"/>
              <a:t>Redução de bugs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b="1" dirty="0"/>
              <a:t>Evolução independente</a:t>
            </a:r>
          </a:p>
          <a:p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2343700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0B42A-DA1A-7659-A9E4-FA78A1ED7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7FC43937-6D18-040B-1D93-7CCE3272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46" y="305436"/>
            <a:ext cx="7744067" cy="846301"/>
          </a:xfrm>
        </p:spPr>
        <p:txBody>
          <a:bodyPr rtlCol="0">
            <a:normAutofit/>
          </a:bodyPr>
          <a:lstStyle/>
          <a:p>
            <a:r>
              <a:rPr lang="pt-BR" dirty="0"/>
              <a:t>Estrutura de diretórios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F720A71-6143-1C06-7785-4DA312414091}"/>
              </a:ext>
            </a:extLst>
          </p:cNvPr>
          <p:cNvSpPr txBox="1"/>
          <p:nvPr/>
        </p:nvSpPr>
        <p:spPr>
          <a:xfrm>
            <a:off x="714132" y="1181865"/>
            <a:ext cx="341914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app.py</a:t>
            </a:r>
          </a:p>
          <a:p>
            <a:endParaRPr lang="pt-BR" sz="2400" dirty="0"/>
          </a:p>
          <a:p>
            <a:r>
              <a:rPr lang="pt-BR" sz="2400" b="1" dirty="0"/>
              <a:t>ui/</a:t>
            </a:r>
          </a:p>
          <a:p>
            <a:r>
              <a:rPr lang="pt-BR" sz="2400" dirty="0"/>
              <a:t>    </a:t>
            </a:r>
            <a:r>
              <a:rPr lang="pt-BR" sz="2400" dirty="0" err="1"/>
              <a:t>components</a:t>
            </a:r>
            <a:r>
              <a:rPr lang="pt-BR" sz="2400" dirty="0"/>
              <a:t>/ </a:t>
            </a:r>
          </a:p>
          <a:p>
            <a:endParaRPr lang="pt-BR" sz="2400" dirty="0"/>
          </a:p>
          <a:p>
            <a:r>
              <a:rPr lang="pt-BR" sz="2400" b="1" dirty="0"/>
              <a:t>features/</a:t>
            </a:r>
          </a:p>
          <a:p>
            <a:r>
              <a:rPr lang="pt-BR" sz="2400" dirty="0"/>
              <a:t>    chat/  </a:t>
            </a:r>
          </a:p>
          <a:p>
            <a:r>
              <a:rPr lang="pt-BR" sz="2400" dirty="0"/>
              <a:t>    feedback/ </a:t>
            </a:r>
          </a:p>
          <a:p>
            <a:endParaRPr lang="pt-BR" sz="2400" dirty="0"/>
          </a:p>
          <a:p>
            <a:r>
              <a:rPr lang="pt-BR" sz="2400" b="1" dirty="0"/>
              <a:t>pipelines/</a:t>
            </a:r>
          </a:p>
          <a:p>
            <a:endParaRPr lang="pt-BR" sz="2400" dirty="0"/>
          </a:p>
          <a:p>
            <a:r>
              <a:rPr lang="pt-BR" sz="2400" b="1" dirty="0" err="1"/>
              <a:t>providers</a:t>
            </a:r>
            <a:r>
              <a:rPr lang="pt-BR" sz="2400" b="1" dirty="0"/>
              <a:t>/</a:t>
            </a:r>
          </a:p>
          <a:p>
            <a:endParaRPr lang="pt-BR" sz="2400" dirty="0"/>
          </a:p>
          <a:p>
            <a:r>
              <a:rPr lang="pt-BR" sz="2400" b="1" dirty="0" err="1"/>
              <a:t>state</a:t>
            </a:r>
            <a:r>
              <a:rPr lang="pt-BR" sz="2400" b="1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487687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4619A-C7AB-71B4-468D-A78E74D04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852431F6-DD44-4B1A-CE0A-C4A3BC113C10}"/>
              </a:ext>
            </a:extLst>
          </p:cNvPr>
          <p:cNvSpPr/>
          <p:nvPr/>
        </p:nvSpPr>
        <p:spPr>
          <a:xfrm>
            <a:off x="3519577" y="1639018"/>
            <a:ext cx="8333117" cy="4295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1EF0A2DD-8A60-DEA0-3D79-2D7EF80F6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46" y="305436"/>
            <a:ext cx="7744067" cy="846301"/>
          </a:xfrm>
        </p:spPr>
        <p:txBody>
          <a:bodyPr rtlCol="0">
            <a:normAutofit/>
          </a:bodyPr>
          <a:lstStyle/>
          <a:p>
            <a:r>
              <a:rPr lang="pt-BR" dirty="0"/>
              <a:t>Estrutura de diretórios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AF82C59-2C42-AFDA-EC99-A7385D3226CD}"/>
              </a:ext>
            </a:extLst>
          </p:cNvPr>
          <p:cNvSpPr txBox="1"/>
          <p:nvPr/>
        </p:nvSpPr>
        <p:spPr>
          <a:xfrm>
            <a:off x="714132" y="1181865"/>
            <a:ext cx="341914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app.py</a:t>
            </a:r>
          </a:p>
          <a:p>
            <a:endParaRPr lang="pt-BR" sz="2400" dirty="0"/>
          </a:p>
          <a:p>
            <a:r>
              <a:rPr lang="pt-BR" sz="2400" b="1" dirty="0">
                <a:solidFill>
                  <a:schemeClr val="bg2"/>
                </a:solidFill>
              </a:rPr>
              <a:t>ui/</a:t>
            </a:r>
            <a:endParaRPr lang="pt-BR" sz="2400" dirty="0">
              <a:solidFill>
                <a:schemeClr val="bg2"/>
              </a:solidFill>
            </a:endParaRPr>
          </a:p>
          <a:p>
            <a:endParaRPr lang="pt-BR" sz="2400" dirty="0"/>
          </a:p>
          <a:p>
            <a:r>
              <a:rPr lang="pt-BR" sz="2400" b="1" dirty="0">
                <a:solidFill>
                  <a:schemeClr val="bg2"/>
                </a:solidFill>
              </a:rPr>
              <a:t>features/</a:t>
            </a:r>
          </a:p>
          <a:p>
            <a:r>
              <a:rPr lang="pt-BR" sz="2400" dirty="0">
                <a:solidFill>
                  <a:schemeClr val="bg2"/>
                </a:solidFill>
              </a:rPr>
              <a:t>    chat/  </a:t>
            </a:r>
          </a:p>
          <a:p>
            <a:r>
              <a:rPr lang="pt-BR" sz="2400" dirty="0">
                <a:solidFill>
                  <a:schemeClr val="bg2"/>
                </a:solidFill>
              </a:rPr>
              <a:t>    feedback/ </a:t>
            </a:r>
          </a:p>
          <a:p>
            <a:endParaRPr lang="pt-BR" sz="2400" dirty="0">
              <a:solidFill>
                <a:schemeClr val="bg2"/>
              </a:solidFill>
            </a:endParaRPr>
          </a:p>
          <a:p>
            <a:r>
              <a:rPr lang="pt-BR" sz="2400" b="1" dirty="0">
                <a:solidFill>
                  <a:schemeClr val="bg2"/>
                </a:solidFill>
              </a:rPr>
              <a:t>pipelines/</a:t>
            </a:r>
          </a:p>
          <a:p>
            <a:endParaRPr lang="pt-BR" sz="2400" dirty="0">
              <a:solidFill>
                <a:schemeClr val="bg2"/>
              </a:solidFill>
            </a:endParaRPr>
          </a:p>
          <a:p>
            <a:r>
              <a:rPr lang="pt-BR" sz="2400" b="1" dirty="0" err="1">
                <a:solidFill>
                  <a:schemeClr val="bg2"/>
                </a:solidFill>
              </a:rPr>
              <a:t>providers</a:t>
            </a:r>
            <a:r>
              <a:rPr lang="pt-BR" sz="2400" b="1" dirty="0">
                <a:solidFill>
                  <a:schemeClr val="bg2"/>
                </a:solidFill>
              </a:rPr>
              <a:t>/</a:t>
            </a:r>
          </a:p>
          <a:p>
            <a:endParaRPr lang="pt-BR" sz="2400" dirty="0">
              <a:solidFill>
                <a:schemeClr val="bg2"/>
              </a:solidFill>
            </a:endParaRPr>
          </a:p>
          <a:p>
            <a:r>
              <a:rPr lang="pt-BR" sz="2400" b="1" dirty="0" err="1">
                <a:solidFill>
                  <a:schemeClr val="bg2"/>
                </a:solidFill>
              </a:rPr>
              <a:t>state</a:t>
            </a:r>
            <a:r>
              <a:rPr lang="pt-BR" sz="2400" b="1" dirty="0">
                <a:solidFill>
                  <a:schemeClr val="bg2"/>
                </a:solidFill>
              </a:rPr>
              <a:t>/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3B7CE65-6F84-2BDF-127A-2E8876201DF1}"/>
              </a:ext>
            </a:extLst>
          </p:cNvPr>
          <p:cNvSpPr txBox="1"/>
          <p:nvPr/>
        </p:nvSpPr>
        <p:spPr>
          <a:xfrm>
            <a:off x="3733801" y="1920528"/>
            <a:ext cx="811889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Responsabilidade</a:t>
            </a:r>
            <a:r>
              <a:rPr lang="pt-BR" sz="2400" dirty="0"/>
              <a:t>: Inicializar o framework de interface.</a:t>
            </a:r>
          </a:p>
          <a:p>
            <a:endParaRPr lang="pt-BR" sz="2400" dirty="0"/>
          </a:p>
          <a:p>
            <a:r>
              <a:rPr lang="pt-BR" sz="2400" b="1" dirty="0"/>
              <a:t>O que faz</a:t>
            </a:r>
            <a:r>
              <a:rPr lang="pt-BR" sz="2400" dirty="0"/>
              <a:t>: Inicializa os componentes e variáveis globais, como </a:t>
            </a:r>
            <a:r>
              <a:rPr lang="pt-BR" sz="2400" dirty="0" err="1"/>
              <a:t>sidebar</a:t>
            </a:r>
            <a:r>
              <a:rPr lang="pt-BR" sz="2400" dirty="0"/>
              <a:t>, variáveis de sessão e etc.</a:t>
            </a:r>
          </a:p>
          <a:p>
            <a:endParaRPr lang="pt-BR" sz="2400" dirty="0"/>
          </a:p>
          <a:p>
            <a:r>
              <a:rPr lang="pt-BR" sz="2400" b="1" dirty="0"/>
              <a:t>Exemplo</a:t>
            </a:r>
            <a:r>
              <a:rPr lang="pt-BR" sz="2400" dirty="0"/>
              <a:t>: É nele que vai conter o </a:t>
            </a:r>
            <a:r>
              <a:rPr lang="pt-BR" sz="2400" b="1" dirty="0" err="1"/>
              <a:t>st.set_page_config</a:t>
            </a:r>
            <a:r>
              <a:rPr lang="pt-BR" sz="2400" b="1" dirty="0"/>
              <a:t>()</a:t>
            </a:r>
          </a:p>
          <a:p>
            <a:endParaRPr lang="pt-BR" sz="2400" dirty="0"/>
          </a:p>
          <a:p>
            <a:r>
              <a:rPr lang="pt-BR" sz="2400" dirty="0"/>
              <a:t>Contém </a:t>
            </a:r>
            <a:r>
              <a:rPr lang="pt-BR" sz="2400" b="1" dirty="0"/>
              <a:t>componentes visuais reutilizáveis</a:t>
            </a:r>
            <a:r>
              <a:rPr lang="pt-B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7429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E6FE7-1515-ACBF-456B-69E9C3E35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83A79E05-2968-7791-2A9F-9C715C6F8C9D}"/>
              </a:ext>
            </a:extLst>
          </p:cNvPr>
          <p:cNvSpPr/>
          <p:nvPr/>
        </p:nvSpPr>
        <p:spPr>
          <a:xfrm>
            <a:off x="3519577" y="1639018"/>
            <a:ext cx="8333117" cy="4295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477092E7-2984-32EB-463C-54BCFEAD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46" y="305436"/>
            <a:ext cx="7744067" cy="846301"/>
          </a:xfrm>
        </p:spPr>
        <p:txBody>
          <a:bodyPr rtlCol="0">
            <a:normAutofit/>
          </a:bodyPr>
          <a:lstStyle/>
          <a:p>
            <a:r>
              <a:rPr lang="pt-BR" dirty="0"/>
              <a:t>Estrutura de diretórios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644F793-CAD4-5C57-71DF-167DB4C64BF5}"/>
              </a:ext>
            </a:extLst>
          </p:cNvPr>
          <p:cNvSpPr txBox="1"/>
          <p:nvPr/>
        </p:nvSpPr>
        <p:spPr>
          <a:xfrm>
            <a:off x="714132" y="1181865"/>
            <a:ext cx="341914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bg2"/>
                </a:solidFill>
              </a:rPr>
              <a:t>app.py</a:t>
            </a:r>
          </a:p>
          <a:p>
            <a:endParaRPr lang="pt-BR" sz="2400" dirty="0"/>
          </a:p>
          <a:p>
            <a:r>
              <a:rPr lang="pt-BR" sz="2400" b="1" dirty="0"/>
              <a:t>ui/</a:t>
            </a:r>
            <a:endParaRPr lang="pt-BR" sz="2400" dirty="0"/>
          </a:p>
          <a:p>
            <a:endParaRPr lang="pt-BR" sz="2400" dirty="0"/>
          </a:p>
          <a:p>
            <a:r>
              <a:rPr lang="pt-BR" sz="2400" b="1" dirty="0">
                <a:solidFill>
                  <a:schemeClr val="bg2"/>
                </a:solidFill>
              </a:rPr>
              <a:t>features/</a:t>
            </a:r>
          </a:p>
          <a:p>
            <a:r>
              <a:rPr lang="pt-BR" sz="2400" dirty="0">
                <a:solidFill>
                  <a:schemeClr val="bg2"/>
                </a:solidFill>
              </a:rPr>
              <a:t>    chat/  </a:t>
            </a:r>
          </a:p>
          <a:p>
            <a:r>
              <a:rPr lang="pt-BR" sz="2400" dirty="0">
                <a:solidFill>
                  <a:schemeClr val="bg2"/>
                </a:solidFill>
              </a:rPr>
              <a:t>    feedback/ </a:t>
            </a:r>
          </a:p>
          <a:p>
            <a:endParaRPr lang="pt-BR" sz="2400" dirty="0">
              <a:solidFill>
                <a:schemeClr val="bg2"/>
              </a:solidFill>
            </a:endParaRPr>
          </a:p>
          <a:p>
            <a:r>
              <a:rPr lang="pt-BR" sz="2400" b="1" dirty="0">
                <a:solidFill>
                  <a:schemeClr val="bg2"/>
                </a:solidFill>
              </a:rPr>
              <a:t>pipelines/</a:t>
            </a:r>
          </a:p>
          <a:p>
            <a:endParaRPr lang="pt-BR" sz="2400" dirty="0">
              <a:solidFill>
                <a:schemeClr val="bg2"/>
              </a:solidFill>
            </a:endParaRPr>
          </a:p>
          <a:p>
            <a:r>
              <a:rPr lang="pt-BR" sz="2400" b="1" dirty="0" err="1">
                <a:solidFill>
                  <a:schemeClr val="bg2"/>
                </a:solidFill>
              </a:rPr>
              <a:t>providers</a:t>
            </a:r>
            <a:r>
              <a:rPr lang="pt-BR" sz="2400" b="1" dirty="0">
                <a:solidFill>
                  <a:schemeClr val="bg2"/>
                </a:solidFill>
              </a:rPr>
              <a:t>/</a:t>
            </a:r>
          </a:p>
          <a:p>
            <a:endParaRPr lang="pt-BR" sz="2400" dirty="0">
              <a:solidFill>
                <a:schemeClr val="bg2"/>
              </a:solidFill>
            </a:endParaRPr>
          </a:p>
          <a:p>
            <a:r>
              <a:rPr lang="pt-BR" sz="2400" b="1" dirty="0" err="1">
                <a:solidFill>
                  <a:schemeClr val="bg2"/>
                </a:solidFill>
              </a:rPr>
              <a:t>state</a:t>
            </a:r>
            <a:r>
              <a:rPr lang="pt-BR" sz="2400" b="1" dirty="0">
                <a:solidFill>
                  <a:schemeClr val="bg2"/>
                </a:solidFill>
              </a:rPr>
              <a:t>/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66E7D4B-81C6-D5EE-31AE-D7B8CA473D4C}"/>
              </a:ext>
            </a:extLst>
          </p:cNvPr>
          <p:cNvSpPr txBox="1"/>
          <p:nvPr/>
        </p:nvSpPr>
        <p:spPr>
          <a:xfrm>
            <a:off x="3733801" y="1920528"/>
            <a:ext cx="811889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Responsabilidade</a:t>
            </a:r>
            <a:r>
              <a:rPr lang="pt-BR" sz="2400" dirty="0"/>
              <a:t>: Puramente visual e interativa.</a:t>
            </a:r>
          </a:p>
          <a:p>
            <a:endParaRPr lang="pt-BR" sz="2400" dirty="0"/>
          </a:p>
          <a:p>
            <a:r>
              <a:rPr lang="pt-BR" sz="2400" b="1" dirty="0"/>
              <a:t>O que faz</a:t>
            </a:r>
            <a:r>
              <a:rPr lang="pt-BR" sz="2400" dirty="0"/>
              <a:t>: Formata uma </a:t>
            </a:r>
            <a:r>
              <a:rPr lang="pt-BR" sz="2400" dirty="0" err="1"/>
              <a:t>text_input</a:t>
            </a:r>
            <a:r>
              <a:rPr lang="pt-BR" sz="2400" dirty="0"/>
              <a:t>, um gráfico ou um </a:t>
            </a:r>
            <a:r>
              <a:rPr lang="pt-BR" sz="2400" dirty="0" err="1"/>
              <a:t>sidebar</a:t>
            </a:r>
            <a:r>
              <a:rPr lang="pt-BR" sz="2400" dirty="0"/>
              <a:t>.</a:t>
            </a:r>
          </a:p>
          <a:p>
            <a:endParaRPr lang="pt-BR" sz="2400" dirty="0"/>
          </a:p>
          <a:p>
            <a:r>
              <a:rPr lang="pt-BR" sz="2400" b="1" dirty="0"/>
              <a:t>Exemplo</a:t>
            </a:r>
            <a:r>
              <a:rPr lang="pt-BR" sz="2400" dirty="0"/>
              <a:t>: O usuário cola um link de uma notícia. A UI apenas valida se o link é uma URL válida e passa a bola adiante.</a:t>
            </a:r>
          </a:p>
          <a:p>
            <a:endParaRPr lang="pt-BR" sz="2400" dirty="0"/>
          </a:p>
          <a:p>
            <a:r>
              <a:rPr lang="pt-BR" sz="2400" dirty="0"/>
              <a:t>Contém </a:t>
            </a:r>
            <a:r>
              <a:rPr lang="pt-BR" sz="2400" b="1" dirty="0"/>
              <a:t>componentes visuais reutilizáveis</a:t>
            </a:r>
            <a:r>
              <a:rPr lang="pt-B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0812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CD3FB-2687-91C0-EFF6-8EEACFED9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9EB1C5D1-2328-1D79-55B8-FEB959F155AE}"/>
              </a:ext>
            </a:extLst>
          </p:cNvPr>
          <p:cNvSpPr/>
          <p:nvPr/>
        </p:nvSpPr>
        <p:spPr>
          <a:xfrm>
            <a:off x="3519577" y="1639018"/>
            <a:ext cx="8333117" cy="4295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A347276A-16B2-2BC7-D0CB-F267E04C2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46" y="305436"/>
            <a:ext cx="7744067" cy="846301"/>
          </a:xfrm>
        </p:spPr>
        <p:txBody>
          <a:bodyPr rtlCol="0">
            <a:normAutofit/>
          </a:bodyPr>
          <a:lstStyle/>
          <a:p>
            <a:r>
              <a:rPr lang="pt-BR" dirty="0"/>
              <a:t>Estrutura de diretórios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60C7C4B-7E88-39C4-6824-D6FC2506DD32}"/>
              </a:ext>
            </a:extLst>
          </p:cNvPr>
          <p:cNvSpPr txBox="1"/>
          <p:nvPr/>
        </p:nvSpPr>
        <p:spPr>
          <a:xfrm>
            <a:off x="714132" y="1181865"/>
            <a:ext cx="341914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bg2"/>
                </a:solidFill>
              </a:rPr>
              <a:t>app.py</a:t>
            </a:r>
          </a:p>
          <a:p>
            <a:endParaRPr lang="pt-BR" sz="2400" dirty="0"/>
          </a:p>
          <a:p>
            <a:r>
              <a:rPr lang="pt-BR" sz="2400" b="1" dirty="0">
                <a:solidFill>
                  <a:schemeClr val="bg2"/>
                </a:solidFill>
              </a:rPr>
              <a:t>ui/</a:t>
            </a:r>
            <a:endParaRPr lang="pt-BR" sz="2400" dirty="0">
              <a:solidFill>
                <a:schemeClr val="bg2"/>
              </a:solidFill>
            </a:endParaRPr>
          </a:p>
          <a:p>
            <a:endParaRPr lang="pt-BR" sz="2400" dirty="0"/>
          </a:p>
          <a:p>
            <a:r>
              <a:rPr lang="pt-BR" sz="2400" b="1" dirty="0"/>
              <a:t>features/</a:t>
            </a:r>
          </a:p>
          <a:p>
            <a:r>
              <a:rPr lang="pt-BR" sz="2400" dirty="0">
                <a:solidFill>
                  <a:schemeClr val="bg2"/>
                </a:solidFill>
              </a:rPr>
              <a:t>    chat/  </a:t>
            </a:r>
          </a:p>
          <a:p>
            <a:r>
              <a:rPr lang="pt-BR" sz="2400" dirty="0">
                <a:solidFill>
                  <a:schemeClr val="bg2"/>
                </a:solidFill>
              </a:rPr>
              <a:t>    feedback/ </a:t>
            </a:r>
          </a:p>
          <a:p>
            <a:endParaRPr lang="pt-BR" sz="2400" dirty="0">
              <a:solidFill>
                <a:schemeClr val="bg2"/>
              </a:solidFill>
            </a:endParaRPr>
          </a:p>
          <a:p>
            <a:r>
              <a:rPr lang="pt-BR" sz="2400" b="1" dirty="0">
                <a:solidFill>
                  <a:schemeClr val="bg2"/>
                </a:solidFill>
              </a:rPr>
              <a:t>pipelines/</a:t>
            </a:r>
          </a:p>
          <a:p>
            <a:endParaRPr lang="pt-BR" sz="2400" dirty="0">
              <a:solidFill>
                <a:schemeClr val="bg2"/>
              </a:solidFill>
            </a:endParaRPr>
          </a:p>
          <a:p>
            <a:r>
              <a:rPr lang="pt-BR" sz="2400" b="1" dirty="0" err="1">
                <a:solidFill>
                  <a:schemeClr val="bg2"/>
                </a:solidFill>
              </a:rPr>
              <a:t>providers</a:t>
            </a:r>
            <a:r>
              <a:rPr lang="pt-BR" sz="2400" b="1" dirty="0">
                <a:solidFill>
                  <a:schemeClr val="bg2"/>
                </a:solidFill>
              </a:rPr>
              <a:t>/</a:t>
            </a:r>
          </a:p>
          <a:p>
            <a:endParaRPr lang="pt-BR" sz="2400" dirty="0">
              <a:solidFill>
                <a:schemeClr val="bg2"/>
              </a:solidFill>
            </a:endParaRPr>
          </a:p>
          <a:p>
            <a:r>
              <a:rPr lang="pt-BR" sz="2400" b="1" dirty="0" err="1">
                <a:solidFill>
                  <a:schemeClr val="bg2"/>
                </a:solidFill>
              </a:rPr>
              <a:t>state</a:t>
            </a:r>
            <a:r>
              <a:rPr lang="pt-BR" sz="2400" b="1" dirty="0">
                <a:solidFill>
                  <a:schemeClr val="bg2"/>
                </a:solidFill>
              </a:rPr>
              <a:t>/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9632E56-1EEA-C0E6-8D94-185A15E9C7D2}"/>
              </a:ext>
            </a:extLst>
          </p:cNvPr>
          <p:cNvSpPr txBox="1"/>
          <p:nvPr/>
        </p:nvSpPr>
        <p:spPr>
          <a:xfrm>
            <a:off x="3733801" y="1920528"/>
            <a:ext cx="811889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Responsabilidade</a:t>
            </a:r>
            <a:r>
              <a:rPr lang="pt-BR" sz="2400" dirty="0"/>
              <a:t>: Define o que o nosso produto/interface tem. Conceito: Uma aplicação pode ter várias features: "Resumo de </a:t>
            </a:r>
            <a:r>
              <a:rPr lang="pt-BR" sz="2400" dirty="0" err="1"/>
              <a:t>PDFs</a:t>
            </a:r>
            <a:r>
              <a:rPr lang="pt-BR" sz="2400" dirty="0"/>
              <a:t>", "Chat Jurídico", "Gerador de Posts". Pensando no </a:t>
            </a:r>
            <a:r>
              <a:rPr lang="pt-BR" sz="2400" dirty="0" err="1"/>
              <a:t>streamLit</a:t>
            </a:r>
            <a:r>
              <a:rPr lang="pt-BR" sz="2400" dirty="0"/>
              <a:t> isso é pensado como janelas.</a:t>
            </a:r>
          </a:p>
          <a:p>
            <a:endParaRPr lang="pt-BR" sz="2400" dirty="0"/>
          </a:p>
          <a:p>
            <a:r>
              <a:rPr lang="pt-BR" sz="2400" b="1" dirty="0"/>
              <a:t>O que faz</a:t>
            </a:r>
            <a:r>
              <a:rPr lang="pt-BR" sz="2400" dirty="0"/>
              <a:t>: Exibe os componentes visuais próprios para o contexto proposto.</a:t>
            </a:r>
          </a:p>
          <a:p>
            <a:endParaRPr lang="pt-BR" sz="2400" dirty="0"/>
          </a:p>
          <a:p>
            <a:r>
              <a:rPr lang="pt-BR" sz="2400" b="1" dirty="0"/>
              <a:t>Exemplo</a:t>
            </a:r>
            <a:r>
              <a:rPr lang="pt-BR" sz="2400" dirty="0"/>
              <a:t>: O usuário acessar um página de configuração ou de histórico, ou dashboard de métricas.</a:t>
            </a:r>
          </a:p>
        </p:txBody>
      </p:sp>
    </p:spTree>
    <p:extLst>
      <p:ext uri="{BB962C8B-B14F-4D97-AF65-F5344CB8AC3E}">
        <p14:creationId xmlns:p14="http://schemas.microsoft.com/office/powerpoint/2010/main" val="3019771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B1198-0479-71A1-87BB-2171FEB75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E4A19EC4-9397-2061-9197-B8D26E1346D5}"/>
              </a:ext>
            </a:extLst>
          </p:cNvPr>
          <p:cNvSpPr/>
          <p:nvPr/>
        </p:nvSpPr>
        <p:spPr>
          <a:xfrm>
            <a:off x="3519577" y="1639018"/>
            <a:ext cx="8333117" cy="4295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F3F741CF-2786-A915-EB85-93BF2F24B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46" y="305436"/>
            <a:ext cx="7744067" cy="846301"/>
          </a:xfrm>
        </p:spPr>
        <p:txBody>
          <a:bodyPr rtlCol="0">
            <a:normAutofit/>
          </a:bodyPr>
          <a:lstStyle/>
          <a:p>
            <a:r>
              <a:rPr lang="pt-BR" dirty="0"/>
              <a:t>Estrutura de diretórios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65EED2E-97FD-AE02-16B4-AA1BF741D2B3}"/>
              </a:ext>
            </a:extLst>
          </p:cNvPr>
          <p:cNvSpPr txBox="1"/>
          <p:nvPr/>
        </p:nvSpPr>
        <p:spPr>
          <a:xfrm>
            <a:off x="714132" y="1181865"/>
            <a:ext cx="341914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bg2"/>
                </a:solidFill>
              </a:rPr>
              <a:t>app.py</a:t>
            </a:r>
          </a:p>
          <a:p>
            <a:endParaRPr lang="pt-BR" sz="2400" dirty="0"/>
          </a:p>
          <a:p>
            <a:r>
              <a:rPr lang="pt-BR" sz="2400" b="1" dirty="0">
                <a:solidFill>
                  <a:schemeClr val="bg2"/>
                </a:solidFill>
              </a:rPr>
              <a:t>ui/</a:t>
            </a:r>
            <a:endParaRPr lang="pt-BR" sz="2400" dirty="0">
              <a:solidFill>
                <a:schemeClr val="bg2"/>
              </a:solidFill>
            </a:endParaRPr>
          </a:p>
          <a:p>
            <a:endParaRPr lang="pt-BR" sz="2400" dirty="0"/>
          </a:p>
          <a:p>
            <a:r>
              <a:rPr lang="pt-BR" sz="2400" b="1" dirty="0">
                <a:solidFill>
                  <a:schemeClr val="bg2"/>
                </a:solidFill>
              </a:rPr>
              <a:t>features/</a:t>
            </a:r>
          </a:p>
          <a:p>
            <a:r>
              <a:rPr lang="pt-BR" sz="2400" dirty="0">
                <a:solidFill>
                  <a:schemeClr val="bg2"/>
                </a:solidFill>
              </a:rPr>
              <a:t>    chat/  </a:t>
            </a:r>
          </a:p>
          <a:p>
            <a:r>
              <a:rPr lang="pt-BR" sz="2400" dirty="0">
                <a:solidFill>
                  <a:schemeClr val="bg2"/>
                </a:solidFill>
              </a:rPr>
              <a:t>    feedback/ </a:t>
            </a:r>
          </a:p>
          <a:p>
            <a:endParaRPr lang="pt-BR" sz="2400" dirty="0">
              <a:solidFill>
                <a:schemeClr val="bg2"/>
              </a:solidFill>
            </a:endParaRPr>
          </a:p>
          <a:p>
            <a:r>
              <a:rPr lang="pt-BR" sz="2400" b="1" dirty="0"/>
              <a:t>pipelines/</a:t>
            </a:r>
          </a:p>
          <a:p>
            <a:endParaRPr lang="pt-BR" sz="2400" dirty="0">
              <a:solidFill>
                <a:schemeClr val="bg2"/>
              </a:solidFill>
            </a:endParaRPr>
          </a:p>
          <a:p>
            <a:r>
              <a:rPr lang="pt-BR" sz="2400" b="1" dirty="0" err="1">
                <a:solidFill>
                  <a:schemeClr val="bg2"/>
                </a:solidFill>
              </a:rPr>
              <a:t>providers</a:t>
            </a:r>
            <a:r>
              <a:rPr lang="pt-BR" sz="2400" b="1" dirty="0">
                <a:solidFill>
                  <a:schemeClr val="bg2"/>
                </a:solidFill>
              </a:rPr>
              <a:t>/</a:t>
            </a:r>
          </a:p>
          <a:p>
            <a:endParaRPr lang="pt-BR" sz="2400" dirty="0">
              <a:solidFill>
                <a:schemeClr val="bg2"/>
              </a:solidFill>
            </a:endParaRPr>
          </a:p>
          <a:p>
            <a:r>
              <a:rPr lang="pt-BR" sz="2400" b="1" dirty="0" err="1">
                <a:solidFill>
                  <a:schemeClr val="bg2"/>
                </a:solidFill>
              </a:rPr>
              <a:t>state</a:t>
            </a:r>
            <a:r>
              <a:rPr lang="pt-BR" sz="2400" b="1" dirty="0">
                <a:solidFill>
                  <a:schemeClr val="bg2"/>
                </a:solidFill>
              </a:rPr>
              <a:t>/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6D72E91-BB47-6423-1BA6-37A9D58FF562}"/>
              </a:ext>
            </a:extLst>
          </p:cNvPr>
          <p:cNvSpPr txBox="1"/>
          <p:nvPr/>
        </p:nvSpPr>
        <p:spPr>
          <a:xfrm>
            <a:off x="3733801" y="1920528"/>
            <a:ext cx="811889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Responsabilidade</a:t>
            </a:r>
            <a:r>
              <a:rPr lang="pt-BR" sz="2400" dirty="0"/>
              <a:t>: Servir de meio de campo entre a feature e os provedores (modelos) da informação.</a:t>
            </a:r>
          </a:p>
          <a:p>
            <a:endParaRPr lang="pt-BR" sz="2400" dirty="0"/>
          </a:p>
          <a:p>
            <a:r>
              <a:rPr lang="pt-BR" sz="2400" b="1" dirty="0"/>
              <a:t>O que faz</a:t>
            </a:r>
            <a:r>
              <a:rPr lang="pt-BR" sz="2400" dirty="0"/>
              <a:t>: Segue uma sequência de funções e passos para processar a informação e retornar para a feature.</a:t>
            </a:r>
          </a:p>
          <a:p>
            <a:endParaRPr lang="pt-BR" sz="2400" dirty="0"/>
          </a:p>
          <a:p>
            <a:r>
              <a:rPr lang="pt-BR" sz="2400" b="1" dirty="0"/>
              <a:t>Exemplo</a:t>
            </a:r>
            <a:r>
              <a:rPr lang="pt-BR" sz="2400" dirty="0"/>
              <a:t>: Recebe uma query da interface, transforma em vetor, pede para buscar no banco, monta o prompt com contexto, chama a LLM, responde para a feature que a chamou.</a:t>
            </a:r>
          </a:p>
        </p:txBody>
      </p:sp>
    </p:spTree>
    <p:extLst>
      <p:ext uri="{BB962C8B-B14F-4D97-AF65-F5344CB8AC3E}">
        <p14:creationId xmlns:p14="http://schemas.microsoft.com/office/powerpoint/2010/main" val="899773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7EAF0-3D93-E6BE-CFAC-F636B24B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A11A56D-B4B7-82CB-CCA5-90D0CC20B34B}"/>
              </a:ext>
            </a:extLst>
          </p:cNvPr>
          <p:cNvSpPr/>
          <p:nvPr/>
        </p:nvSpPr>
        <p:spPr>
          <a:xfrm>
            <a:off x="3519577" y="1639018"/>
            <a:ext cx="8333117" cy="4295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3B6013F7-E980-36A1-4F12-9FFFD4867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46" y="305436"/>
            <a:ext cx="7744067" cy="846301"/>
          </a:xfrm>
        </p:spPr>
        <p:txBody>
          <a:bodyPr rtlCol="0">
            <a:normAutofit/>
          </a:bodyPr>
          <a:lstStyle/>
          <a:p>
            <a:r>
              <a:rPr lang="pt-BR" dirty="0"/>
              <a:t>Estrutura de diretórios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CBD4DCC-29D0-D53A-72C8-36E7BE429BD0}"/>
              </a:ext>
            </a:extLst>
          </p:cNvPr>
          <p:cNvSpPr txBox="1"/>
          <p:nvPr/>
        </p:nvSpPr>
        <p:spPr>
          <a:xfrm>
            <a:off x="714132" y="1181865"/>
            <a:ext cx="341914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bg2"/>
                </a:solidFill>
              </a:rPr>
              <a:t>app.py</a:t>
            </a:r>
          </a:p>
          <a:p>
            <a:endParaRPr lang="pt-BR" sz="2400" dirty="0"/>
          </a:p>
          <a:p>
            <a:r>
              <a:rPr lang="pt-BR" sz="2400" b="1" dirty="0">
                <a:solidFill>
                  <a:schemeClr val="bg2"/>
                </a:solidFill>
              </a:rPr>
              <a:t>ui/</a:t>
            </a:r>
            <a:endParaRPr lang="pt-BR" sz="2400" dirty="0">
              <a:solidFill>
                <a:schemeClr val="bg2"/>
              </a:solidFill>
            </a:endParaRPr>
          </a:p>
          <a:p>
            <a:endParaRPr lang="pt-BR" sz="2400" dirty="0"/>
          </a:p>
          <a:p>
            <a:r>
              <a:rPr lang="pt-BR" sz="2400" b="1" dirty="0">
                <a:solidFill>
                  <a:schemeClr val="bg2"/>
                </a:solidFill>
              </a:rPr>
              <a:t>features/</a:t>
            </a:r>
          </a:p>
          <a:p>
            <a:r>
              <a:rPr lang="pt-BR" sz="2400" dirty="0">
                <a:solidFill>
                  <a:schemeClr val="bg2"/>
                </a:solidFill>
              </a:rPr>
              <a:t>    chat/  </a:t>
            </a:r>
          </a:p>
          <a:p>
            <a:r>
              <a:rPr lang="pt-BR" sz="2400" dirty="0">
                <a:solidFill>
                  <a:schemeClr val="bg2"/>
                </a:solidFill>
              </a:rPr>
              <a:t>    feedback/ </a:t>
            </a:r>
          </a:p>
          <a:p>
            <a:endParaRPr lang="pt-BR" sz="2400" dirty="0">
              <a:solidFill>
                <a:schemeClr val="bg2"/>
              </a:solidFill>
            </a:endParaRPr>
          </a:p>
          <a:p>
            <a:r>
              <a:rPr lang="pt-BR" sz="2400" b="1" dirty="0">
                <a:solidFill>
                  <a:schemeClr val="bg2"/>
                </a:solidFill>
              </a:rPr>
              <a:t>pipelines/</a:t>
            </a:r>
          </a:p>
          <a:p>
            <a:endParaRPr lang="pt-BR" sz="2400" dirty="0">
              <a:solidFill>
                <a:schemeClr val="bg2"/>
              </a:solidFill>
            </a:endParaRPr>
          </a:p>
          <a:p>
            <a:r>
              <a:rPr lang="pt-BR" sz="2400" b="1" dirty="0" err="1"/>
              <a:t>providers</a:t>
            </a:r>
            <a:r>
              <a:rPr lang="pt-BR" sz="2400" b="1" dirty="0"/>
              <a:t>/</a:t>
            </a:r>
          </a:p>
          <a:p>
            <a:endParaRPr lang="pt-BR" sz="2400" dirty="0">
              <a:solidFill>
                <a:schemeClr val="bg2"/>
              </a:solidFill>
            </a:endParaRPr>
          </a:p>
          <a:p>
            <a:r>
              <a:rPr lang="pt-BR" sz="2400" b="1" dirty="0" err="1">
                <a:solidFill>
                  <a:schemeClr val="bg2"/>
                </a:solidFill>
              </a:rPr>
              <a:t>state</a:t>
            </a:r>
            <a:r>
              <a:rPr lang="pt-BR" sz="2400" b="1" dirty="0">
                <a:solidFill>
                  <a:schemeClr val="bg2"/>
                </a:solidFill>
              </a:rPr>
              <a:t>/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92E411-1F40-C72E-D815-042AB189F03B}"/>
              </a:ext>
            </a:extLst>
          </p:cNvPr>
          <p:cNvSpPr txBox="1"/>
          <p:nvPr/>
        </p:nvSpPr>
        <p:spPr>
          <a:xfrm>
            <a:off x="3733801" y="1920528"/>
            <a:ext cx="81188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Responsabilidade</a:t>
            </a:r>
            <a:r>
              <a:rPr lang="pt-BR" sz="2400" dirty="0"/>
              <a:t>: Isolar as bibliotecas externas e APIs.</a:t>
            </a:r>
          </a:p>
          <a:p>
            <a:endParaRPr lang="pt-BR" sz="2400" dirty="0"/>
          </a:p>
          <a:p>
            <a:r>
              <a:rPr lang="pt-BR" sz="2400" b="1" dirty="0"/>
              <a:t>O que faz</a:t>
            </a:r>
            <a:r>
              <a:rPr lang="pt-BR" sz="2400" dirty="0"/>
              <a:t>: Permite a comunicação com modelos via API ou são simplesmente os nosso modelos.</a:t>
            </a:r>
          </a:p>
          <a:p>
            <a:endParaRPr lang="pt-BR" sz="2400" dirty="0"/>
          </a:p>
          <a:p>
            <a:r>
              <a:rPr lang="pt-BR" sz="2400" b="1" dirty="0"/>
              <a:t>Exemplo</a:t>
            </a:r>
            <a:r>
              <a:rPr lang="pt-BR" sz="2400" dirty="0"/>
              <a:t>: LLM APIs | Banco de dados | </a:t>
            </a:r>
            <a:r>
              <a:rPr lang="pt-BR" sz="2400" dirty="0" err="1"/>
              <a:t>Scraping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757543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FFD27-EF30-9DCC-DB2C-1C49C92B4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71A21793-1570-4271-94B7-E705BEEE682F}"/>
              </a:ext>
            </a:extLst>
          </p:cNvPr>
          <p:cNvSpPr/>
          <p:nvPr/>
        </p:nvSpPr>
        <p:spPr>
          <a:xfrm>
            <a:off x="3519577" y="1639018"/>
            <a:ext cx="8333117" cy="42959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6B8CFDEF-C85F-7075-6853-C4C6F76FB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46" y="305436"/>
            <a:ext cx="7744067" cy="846301"/>
          </a:xfrm>
        </p:spPr>
        <p:txBody>
          <a:bodyPr rtlCol="0">
            <a:normAutofit/>
          </a:bodyPr>
          <a:lstStyle/>
          <a:p>
            <a:r>
              <a:rPr lang="pt-BR" dirty="0"/>
              <a:t>Estrutura de diretórios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4415305-E34A-C0BC-B458-94C72ECFA2B3}"/>
              </a:ext>
            </a:extLst>
          </p:cNvPr>
          <p:cNvSpPr txBox="1"/>
          <p:nvPr/>
        </p:nvSpPr>
        <p:spPr>
          <a:xfrm>
            <a:off x="714132" y="1181865"/>
            <a:ext cx="341914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bg2"/>
                </a:solidFill>
              </a:rPr>
              <a:t>app.py</a:t>
            </a:r>
          </a:p>
          <a:p>
            <a:endParaRPr lang="pt-BR" sz="2400" dirty="0"/>
          </a:p>
          <a:p>
            <a:r>
              <a:rPr lang="pt-BR" sz="2400" b="1" dirty="0">
                <a:solidFill>
                  <a:schemeClr val="bg2"/>
                </a:solidFill>
              </a:rPr>
              <a:t>ui/</a:t>
            </a:r>
            <a:endParaRPr lang="pt-BR" sz="2400" dirty="0">
              <a:solidFill>
                <a:schemeClr val="bg2"/>
              </a:solidFill>
            </a:endParaRPr>
          </a:p>
          <a:p>
            <a:endParaRPr lang="pt-BR" sz="2400" dirty="0"/>
          </a:p>
          <a:p>
            <a:r>
              <a:rPr lang="pt-BR" sz="2400" b="1" dirty="0">
                <a:solidFill>
                  <a:schemeClr val="bg2"/>
                </a:solidFill>
              </a:rPr>
              <a:t>features/</a:t>
            </a:r>
          </a:p>
          <a:p>
            <a:r>
              <a:rPr lang="pt-BR" sz="2400" dirty="0">
                <a:solidFill>
                  <a:schemeClr val="bg2"/>
                </a:solidFill>
              </a:rPr>
              <a:t>    chat/  </a:t>
            </a:r>
          </a:p>
          <a:p>
            <a:r>
              <a:rPr lang="pt-BR" sz="2400" dirty="0">
                <a:solidFill>
                  <a:schemeClr val="bg2"/>
                </a:solidFill>
              </a:rPr>
              <a:t>    feedback/ </a:t>
            </a:r>
          </a:p>
          <a:p>
            <a:endParaRPr lang="pt-BR" sz="2400" dirty="0">
              <a:solidFill>
                <a:schemeClr val="bg2"/>
              </a:solidFill>
            </a:endParaRPr>
          </a:p>
          <a:p>
            <a:r>
              <a:rPr lang="pt-BR" sz="2400" b="1" dirty="0">
                <a:solidFill>
                  <a:schemeClr val="bg2"/>
                </a:solidFill>
              </a:rPr>
              <a:t>pipelines/</a:t>
            </a:r>
          </a:p>
          <a:p>
            <a:endParaRPr lang="pt-BR" sz="2400" dirty="0">
              <a:solidFill>
                <a:schemeClr val="bg2"/>
              </a:solidFill>
            </a:endParaRPr>
          </a:p>
          <a:p>
            <a:r>
              <a:rPr lang="pt-BR" sz="2400" b="1" dirty="0" err="1">
                <a:solidFill>
                  <a:schemeClr val="bg2"/>
                </a:solidFill>
              </a:rPr>
              <a:t>providers</a:t>
            </a:r>
            <a:r>
              <a:rPr lang="pt-BR" sz="2400" b="1" dirty="0">
                <a:solidFill>
                  <a:schemeClr val="bg2"/>
                </a:solidFill>
              </a:rPr>
              <a:t>/</a:t>
            </a:r>
          </a:p>
          <a:p>
            <a:endParaRPr lang="pt-BR" sz="2400" dirty="0">
              <a:solidFill>
                <a:schemeClr val="bg2"/>
              </a:solidFill>
            </a:endParaRPr>
          </a:p>
          <a:p>
            <a:r>
              <a:rPr lang="pt-BR" sz="2400" b="1" dirty="0" err="1"/>
              <a:t>state</a:t>
            </a:r>
            <a:r>
              <a:rPr lang="pt-BR" sz="2400" b="1" dirty="0"/>
              <a:t>/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7A9E75B-12FE-BC08-0F77-F4A23F18FB1B}"/>
              </a:ext>
            </a:extLst>
          </p:cNvPr>
          <p:cNvSpPr txBox="1"/>
          <p:nvPr/>
        </p:nvSpPr>
        <p:spPr>
          <a:xfrm>
            <a:off x="3733801" y="1920528"/>
            <a:ext cx="811889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Responsabilidade</a:t>
            </a:r>
            <a:r>
              <a:rPr lang="pt-BR" sz="2400" dirty="0"/>
              <a:t>: Manter objetos em memória.</a:t>
            </a:r>
          </a:p>
          <a:p>
            <a:endParaRPr lang="pt-BR" sz="2400" dirty="0"/>
          </a:p>
          <a:p>
            <a:r>
              <a:rPr lang="pt-BR" sz="2400" b="1" dirty="0"/>
              <a:t>O que faz</a:t>
            </a:r>
            <a:r>
              <a:rPr lang="pt-BR" sz="2400" dirty="0"/>
              <a:t>: No caso de </a:t>
            </a:r>
            <a:r>
              <a:rPr lang="pt-BR" sz="2400" dirty="0" err="1"/>
              <a:t>Streamlit</a:t>
            </a:r>
            <a:r>
              <a:rPr lang="pt-BR" sz="2400" dirty="0"/>
              <a:t> isso normalmente usa </a:t>
            </a:r>
            <a:r>
              <a:rPr lang="pt-BR" sz="2400" dirty="0" err="1"/>
              <a:t>st.session_state</a:t>
            </a:r>
            <a:r>
              <a:rPr lang="pt-BR" sz="2400" dirty="0"/>
              <a:t>()</a:t>
            </a:r>
          </a:p>
          <a:p>
            <a:endParaRPr lang="pt-BR" sz="2400" dirty="0"/>
          </a:p>
          <a:p>
            <a:r>
              <a:rPr lang="pt-BR" sz="2400" b="1" dirty="0"/>
              <a:t>Exemplo</a:t>
            </a:r>
            <a:r>
              <a:rPr lang="pt-BR" sz="2400" dirty="0"/>
              <a:t>: Histórico de chat | feedback do usuário | preferências de configurações | cache de resultados</a:t>
            </a:r>
          </a:p>
        </p:txBody>
      </p:sp>
    </p:spTree>
    <p:extLst>
      <p:ext uri="{BB962C8B-B14F-4D97-AF65-F5344CB8AC3E}">
        <p14:creationId xmlns:p14="http://schemas.microsoft.com/office/powerpoint/2010/main" val="1421178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3C467-F208-B499-298B-4654C77D3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D4CFE63B-1A50-CF82-55EB-C75E235D6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46" y="305436"/>
            <a:ext cx="7744067" cy="846301"/>
          </a:xfrm>
        </p:spPr>
        <p:txBody>
          <a:bodyPr rtlCol="0">
            <a:normAutofit/>
          </a:bodyPr>
          <a:lstStyle/>
          <a:p>
            <a:r>
              <a:rPr lang="pt-BR" dirty="0"/>
              <a:t>Estrutura de diretórios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DB46436-18DC-547E-6E96-CEF73028FE84}"/>
              </a:ext>
            </a:extLst>
          </p:cNvPr>
          <p:cNvSpPr txBox="1"/>
          <p:nvPr/>
        </p:nvSpPr>
        <p:spPr>
          <a:xfrm>
            <a:off x="714132" y="1181865"/>
            <a:ext cx="341914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app.py</a:t>
            </a:r>
          </a:p>
          <a:p>
            <a:endParaRPr lang="pt-BR" sz="2400" dirty="0"/>
          </a:p>
          <a:p>
            <a:r>
              <a:rPr lang="pt-BR" sz="2400" b="1" dirty="0"/>
              <a:t>ui/</a:t>
            </a:r>
          </a:p>
          <a:p>
            <a:r>
              <a:rPr lang="pt-BR" sz="2400" dirty="0"/>
              <a:t>    </a:t>
            </a:r>
            <a:r>
              <a:rPr lang="pt-BR" sz="2400" dirty="0" err="1"/>
              <a:t>components</a:t>
            </a:r>
            <a:r>
              <a:rPr lang="pt-BR" sz="2400" dirty="0"/>
              <a:t>/ </a:t>
            </a:r>
          </a:p>
          <a:p>
            <a:endParaRPr lang="pt-BR" sz="2400" dirty="0"/>
          </a:p>
          <a:p>
            <a:r>
              <a:rPr lang="pt-BR" sz="2400" b="1" dirty="0"/>
              <a:t>features/</a:t>
            </a:r>
          </a:p>
          <a:p>
            <a:r>
              <a:rPr lang="pt-BR" sz="2400" dirty="0"/>
              <a:t>    chat/  </a:t>
            </a:r>
          </a:p>
          <a:p>
            <a:r>
              <a:rPr lang="pt-BR" sz="2400" dirty="0"/>
              <a:t>    feedback/ </a:t>
            </a:r>
          </a:p>
          <a:p>
            <a:endParaRPr lang="pt-BR" sz="2400" dirty="0"/>
          </a:p>
          <a:p>
            <a:r>
              <a:rPr lang="pt-BR" sz="2400" b="1" dirty="0"/>
              <a:t>pipelines/</a:t>
            </a:r>
          </a:p>
          <a:p>
            <a:endParaRPr lang="pt-BR" sz="2400" dirty="0"/>
          </a:p>
          <a:p>
            <a:r>
              <a:rPr lang="pt-BR" sz="2400" b="1" dirty="0" err="1"/>
              <a:t>providers</a:t>
            </a:r>
            <a:r>
              <a:rPr lang="pt-BR" sz="2400" b="1" dirty="0"/>
              <a:t>/</a:t>
            </a:r>
          </a:p>
          <a:p>
            <a:endParaRPr lang="pt-BR" sz="2400" dirty="0"/>
          </a:p>
          <a:p>
            <a:r>
              <a:rPr lang="pt-BR" sz="2400" b="1" dirty="0" err="1"/>
              <a:t>state</a:t>
            </a:r>
            <a:r>
              <a:rPr lang="pt-BR" sz="2400" b="1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805311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A47B2-13FB-1997-2950-2D76E58B8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D72DC6E5-8BAF-53D2-1269-439FE71F3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46" y="305436"/>
            <a:ext cx="7744067" cy="846301"/>
          </a:xfrm>
        </p:spPr>
        <p:txBody>
          <a:bodyPr rtlCol="0">
            <a:normAutofit/>
          </a:bodyPr>
          <a:lstStyle/>
          <a:p>
            <a:r>
              <a:rPr lang="pt-BR" dirty="0"/>
              <a:t>Estrutura de diretórios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8B59ED1-219C-4E47-AEB3-AA08F91F815D}"/>
              </a:ext>
            </a:extLst>
          </p:cNvPr>
          <p:cNvSpPr txBox="1"/>
          <p:nvPr/>
        </p:nvSpPr>
        <p:spPr>
          <a:xfrm>
            <a:off x="6632456" y="2011907"/>
            <a:ext cx="341914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ui/</a:t>
            </a:r>
          </a:p>
          <a:p>
            <a:endParaRPr lang="pt-BR" sz="2400" dirty="0"/>
          </a:p>
          <a:p>
            <a:r>
              <a:rPr lang="pt-BR" sz="2400" b="1" dirty="0"/>
              <a:t>features/</a:t>
            </a:r>
          </a:p>
          <a:p>
            <a:endParaRPr lang="pt-BR" sz="2400" dirty="0"/>
          </a:p>
          <a:p>
            <a:r>
              <a:rPr lang="pt-BR" sz="2400" b="1" dirty="0"/>
              <a:t>pipelines/</a:t>
            </a:r>
          </a:p>
          <a:p>
            <a:endParaRPr lang="pt-BR" sz="2400" dirty="0"/>
          </a:p>
          <a:p>
            <a:r>
              <a:rPr lang="pt-BR" sz="2400" b="1" dirty="0" err="1"/>
              <a:t>providers</a:t>
            </a:r>
            <a:r>
              <a:rPr lang="pt-BR" sz="2400" b="1" dirty="0"/>
              <a:t>/</a:t>
            </a:r>
          </a:p>
          <a:p>
            <a:endParaRPr lang="pt-BR" sz="2400" dirty="0"/>
          </a:p>
          <a:p>
            <a:r>
              <a:rPr lang="pt-BR" sz="2400" b="1" dirty="0" err="1"/>
              <a:t>state</a:t>
            </a:r>
            <a:r>
              <a:rPr lang="pt-BR" sz="2400" b="1" dirty="0"/>
              <a:t>/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3A8DF55-1AF0-D0C6-1F03-62FF7BE55A3A}"/>
              </a:ext>
            </a:extLst>
          </p:cNvPr>
          <p:cNvSpPr txBox="1"/>
          <p:nvPr/>
        </p:nvSpPr>
        <p:spPr>
          <a:xfrm>
            <a:off x="261246" y="3489235"/>
            <a:ext cx="34191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OpenAI Agents SDK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45B5137-E949-949F-E7B5-66D90FAA2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94936" y="3717358"/>
            <a:ext cx="4303830" cy="46708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836E597-9B01-754C-8D73-3C9C4B6AF11E}"/>
              </a:ext>
            </a:extLst>
          </p:cNvPr>
          <p:cNvSpPr txBox="1"/>
          <p:nvPr/>
        </p:nvSpPr>
        <p:spPr>
          <a:xfrm>
            <a:off x="3680393" y="2011907"/>
            <a:ext cx="241560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UI </a:t>
            </a:r>
          </a:p>
          <a:p>
            <a:endParaRPr lang="pt-BR" sz="2400" dirty="0"/>
          </a:p>
          <a:p>
            <a:r>
              <a:rPr lang="pt-BR" sz="2400" b="1" dirty="0"/>
              <a:t>Agents</a:t>
            </a:r>
          </a:p>
          <a:p>
            <a:endParaRPr lang="pt-BR" sz="2400" dirty="0"/>
          </a:p>
          <a:p>
            <a:r>
              <a:rPr lang="pt-BR" sz="2400" b="1" dirty="0" err="1"/>
              <a:t>Runtime</a:t>
            </a:r>
            <a:endParaRPr lang="pt-BR" sz="2400" dirty="0"/>
          </a:p>
          <a:p>
            <a:endParaRPr lang="pt-BR" sz="2400" b="1" dirty="0"/>
          </a:p>
          <a:p>
            <a:r>
              <a:rPr lang="pt-BR" sz="2400" b="1" dirty="0"/>
              <a:t>Models</a:t>
            </a:r>
          </a:p>
          <a:p>
            <a:endParaRPr lang="pt-BR" sz="2400" dirty="0"/>
          </a:p>
          <a:p>
            <a:r>
              <a:rPr lang="pt-BR" sz="2400" b="1" dirty="0" err="1"/>
              <a:t>Memory</a:t>
            </a:r>
            <a:endParaRPr lang="pt-BR" sz="2400" b="1" dirty="0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B06D9CD6-A6DB-5D66-9E9D-C4083F1B4137}"/>
              </a:ext>
            </a:extLst>
          </p:cNvPr>
          <p:cNvCxnSpPr>
            <a:cxnSpLocks/>
          </p:cNvCxnSpPr>
          <p:nvPr/>
        </p:nvCxnSpPr>
        <p:spPr>
          <a:xfrm>
            <a:off x="5371380" y="2294626"/>
            <a:ext cx="72461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4EEC73F8-C8D8-E78B-7FC1-071D15BFFA05}"/>
              </a:ext>
            </a:extLst>
          </p:cNvPr>
          <p:cNvCxnSpPr>
            <a:cxnSpLocks/>
          </p:cNvCxnSpPr>
          <p:nvPr/>
        </p:nvCxnSpPr>
        <p:spPr>
          <a:xfrm>
            <a:off x="5371380" y="2999117"/>
            <a:ext cx="72461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7150E277-B5BA-6221-F4D6-D62CDFEC1535}"/>
              </a:ext>
            </a:extLst>
          </p:cNvPr>
          <p:cNvCxnSpPr>
            <a:cxnSpLocks/>
          </p:cNvCxnSpPr>
          <p:nvPr/>
        </p:nvCxnSpPr>
        <p:spPr>
          <a:xfrm>
            <a:off x="5391507" y="3720067"/>
            <a:ext cx="72461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E9DAE222-3B8F-DE11-D426-045CF262C10D}"/>
              </a:ext>
            </a:extLst>
          </p:cNvPr>
          <p:cNvCxnSpPr>
            <a:cxnSpLocks/>
          </p:cNvCxnSpPr>
          <p:nvPr/>
        </p:nvCxnSpPr>
        <p:spPr>
          <a:xfrm>
            <a:off x="5408760" y="4431101"/>
            <a:ext cx="72461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92DFB0EC-C38C-C878-ED34-7C0DA960C8C2}"/>
              </a:ext>
            </a:extLst>
          </p:cNvPr>
          <p:cNvCxnSpPr>
            <a:cxnSpLocks/>
          </p:cNvCxnSpPr>
          <p:nvPr/>
        </p:nvCxnSpPr>
        <p:spPr>
          <a:xfrm>
            <a:off x="5371379" y="5190226"/>
            <a:ext cx="72461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3220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8BFEB-ECC4-065C-140B-BC5E4F927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1ADEBED3-0983-EC2F-D76F-989D66662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46" y="305436"/>
            <a:ext cx="7744067" cy="846301"/>
          </a:xfrm>
        </p:spPr>
        <p:txBody>
          <a:bodyPr rtlCol="0">
            <a:normAutofit/>
          </a:bodyPr>
          <a:lstStyle/>
          <a:p>
            <a:r>
              <a:rPr lang="pt-BR" dirty="0"/>
              <a:t>Estrutura de diretórios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B2FDC84-D517-4EB8-141B-072DB0F71F75}"/>
              </a:ext>
            </a:extLst>
          </p:cNvPr>
          <p:cNvSpPr txBox="1"/>
          <p:nvPr/>
        </p:nvSpPr>
        <p:spPr>
          <a:xfrm>
            <a:off x="6632456" y="2011907"/>
            <a:ext cx="341914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ui/</a:t>
            </a:r>
          </a:p>
          <a:p>
            <a:endParaRPr lang="pt-BR" sz="2400" dirty="0"/>
          </a:p>
          <a:p>
            <a:r>
              <a:rPr lang="pt-BR" sz="2400" b="1" dirty="0"/>
              <a:t>features/</a:t>
            </a:r>
          </a:p>
          <a:p>
            <a:endParaRPr lang="pt-BR" sz="2400" dirty="0"/>
          </a:p>
          <a:p>
            <a:r>
              <a:rPr lang="pt-BR" sz="2400" b="1" dirty="0"/>
              <a:t>pipelines/</a:t>
            </a:r>
          </a:p>
          <a:p>
            <a:endParaRPr lang="pt-BR" sz="2400" dirty="0"/>
          </a:p>
          <a:p>
            <a:r>
              <a:rPr lang="pt-BR" sz="2400" b="1" dirty="0" err="1"/>
              <a:t>providers</a:t>
            </a:r>
            <a:r>
              <a:rPr lang="pt-BR" sz="2400" b="1" dirty="0"/>
              <a:t>/</a:t>
            </a:r>
          </a:p>
          <a:p>
            <a:endParaRPr lang="pt-BR" sz="2400" dirty="0"/>
          </a:p>
          <a:p>
            <a:r>
              <a:rPr lang="pt-BR" sz="2400" b="1" dirty="0" err="1"/>
              <a:t>state</a:t>
            </a:r>
            <a:r>
              <a:rPr lang="pt-BR" sz="2400" b="1" dirty="0"/>
              <a:t>/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911407C-75A9-724E-66B9-D4C8E05B351E}"/>
              </a:ext>
            </a:extLst>
          </p:cNvPr>
          <p:cNvSpPr txBox="1"/>
          <p:nvPr/>
        </p:nvSpPr>
        <p:spPr>
          <a:xfrm>
            <a:off x="261246" y="3489235"/>
            <a:ext cx="34191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 err="1"/>
              <a:t>LangChain</a:t>
            </a:r>
            <a:endParaRPr lang="pt-BR" sz="2400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ADA3720-6E34-5371-DA18-3BD90B7DC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94936" y="3717358"/>
            <a:ext cx="4303830" cy="46708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F8E5EF7-319E-4957-636A-DE4F178EAF59}"/>
              </a:ext>
            </a:extLst>
          </p:cNvPr>
          <p:cNvSpPr txBox="1"/>
          <p:nvPr/>
        </p:nvSpPr>
        <p:spPr>
          <a:xfrm>
            <a:off x="3680393" y="2011907"/>
            <a:ext cx="241560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Interface</a:t>
            </a:r>
          </a:p>
          <a:p>
            <a:endParaRPr lang="pt-BR" sz="2400" dirty="0"/>
          </a:p>
          <a:p>
            <a:r>
              <a:rPr lang="pt-BR" sz="2400" b="1" dirty="0"/>
              <a:t>Agents</a:t>
            </a:r>
          </a:p>
          <a:p>
            <a:endParaRPr lang="pt-BR" sz="2400" dirty="0"/>
          </a:p>
          <a:p>
            <a:r>
              <a:rPr lang="pt-BR" sz="2400" b="1" dirty="0" err="1"/>
              <a:t>Chains</a:t>
            </a:r>
            <a:endParaRPr lang="pt-BR" sz="2400" b="1" dirty="0"/>
          </a:p>
          <a:p>
            <a:endParaRPr lang="pt-BR" sz="2400" b="1" dirty="0"/>
          </a:p>
          <a:p>
            <a:r>
              <a:rPr lang="pt-BR" sz="2400" b="1" dirty="0"/>
              <a:t>Models</a:t>
            </a:r>
          </a:p>
          <a:p>
            <a:endParaRPr lang="pt-BR" sz="2400" dirty="0"/>
          </a:p>
          <a:p>
            <a:r>
              <a:rPr lang="pt-BR" sz="2400" b="1" dirty="0" err="1"/>
              <a:t>Memory</a:t>
            </a:r>
            <a:endParaRPr lang="pt-BR" sz="2400" b="1" dirty="0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104112F0-0863-B635-F600-FAF11F4F12D7}"/>
              </a:ext>
            </a:extLst>
          </p:cNvPr>
          <p:cNvCxnSpPr>
            <a:cxnSpLocks/>
          </p:cNvCxnSpPr>
          <p:nvPr/>
        </p:nvCxnSpPr>
        <p:spPr>
          <a:xfrm>
            <a:off x="5371380" y="2294626"/>
            <a:ext cx="72461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01058259-6F7D-8009-A026-22013E471B99}"/>
              </a:ext>
            </a:extLst>
          </p:cNvPr>
          <p:cNvCxnSpPr>
            <a:cxnSpLocks/>
          </p:cNvCxnSpPr>
          <p:nvPr/>
        </p:nvCxnSpPr>
        <p:spPr>
          <a:xfrm>
            <a:off x="5371380" y="2999117"/>
            <a:ext cx="72461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DB365A19-44E6-7E53-AA73-40178D04C60C}"/>
              </a:ext>
            </a:extLst>
          </p:cNvPr>
          <p:cNvCxnSpPr>
            <a:cxnSpLocks/>
          </p:cNvCxnSpPr>
          <p:nvPr/>
        </p:nvCxnSpPr>
        <p:spPr>
          <a:xfrm>
            <a:off x="5391507" y="3720067"/>
            <a:ext cx="72461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D39A788A-6384-8CE9-8CA0-DE35769F7473}"/>
              </a:ext>
            </a:extLst>
          </p:cNvPr>
          <p:cNvCxnSpPr>
            <a:cxnSpLocks/>
          </p:cNvCxnSpPr>
          <p:nvPr/>
        </p:nvCxnSpPr>
        <p:spPr>
          <a:xfrm>
            <a:off x="5408760" y="4431101"/>
            <a:ext cx="72461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F33F34CD-1820-783E-70B7-4EBEF7EE398D}"/>
              </a:ext>
            </a:extLst>
          </p:cNvPr>
          <p:cNvCxnSpPr>
            <a:cxnSpLocks/>
          </p:cNvCxnSpPr>
          <p:nvPr/>
        </p:nvCxnSpPr>
        <p:spPr>
          <a:xfrm>
            <a:off x="5371379" y="5190226"/>
            <a:ext cx="72461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8002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23BCC-9687-A95C-7466-D50038ACD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AB82982D-F17D-4732-D7D9-95BA8655F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46" y="305436"/>
            <a:ext cx="7744067" cy="846301"/>
          </a:xfrm>
        </p:spPr>
        <p:txBody>
          <a:bodyPr rtlCol="0">
            <a:normAutofit/>
          </a:bodyPr>
          <a:lstStyle/>
          <a:p>
            <a:r>
              <a:rPr lang="pt-BR" dirty="0"/>
              <a:t>Estrutura de diretórios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176A539-1F1B-832D-826C-853844E3C849}"/>
              </a:ext>
            </a:extLst>
          </p:cNvPr>
          <p:cNvSpPr txBox="1"/>
          <p:nvPr/>
        </p:nvSpPr>
        <p:spPr>
          <a:xfrm>
            <a:off x="6632456" y="2011907"/>
            <a:ext cx="341914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ui/</a:t>
            </a:r>
          </a:p>
          <a:p>
            <a:endParaRPr lang="pt-BR" sz="2400" dirty="0"/>
          </a:p>
          <a:p>
            <a:r>
              <a:rPr lang="pt-BR" sz="2400" b="1" dirty="0"/>
              <a:t>features/</a:t>
            </a:r>
          </a:p>
          <a:p>
            <a:endParaRPr lang="pt-BR" sz="2400" dirty="0"/>
          </a:p>
          <a:p>
            <a:r>
              <a:rPr lang="pt-BR" sz="2400" b="1" dirty="0"/>
              <a:t>pipelines/</a:t>
            </a:r>
          </a:p>
          <a:p>
            <a:endParaRPr lang="pt-BR" sz="2400" dirty="0"/>
          </a:p>
          <a:p>
            <a:r>
              <a:rPr lang="pt-BR" sz="2400" b="1" dirty="0" err="1"/>
              <a:t>providers</a:t>
            </a:r>
            <a:r>
              <a:rPr lang="pt-BR" sz="2400" b="1" dirty="0"/>
              <a:t>/</a:t>
            </a:r>
          </a:p>
          <a:p>
            <a:endParaRPr lang="pt-BR" sz="2400" dirty="0"/>
          </a:p>
          <a:p>
            <a:r>
              <a:rPr lang="pt-BR" sz="2400" b="1" dirty="0" err="1"/>
              <a:t>state</a:t>
            </a:r>
            <a:r>
              <a:rPr lang="pt-BR" sz="2400" b="1" dirty="0"/>
              <a:t>/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4FDC740-C421-325E-865D-0FA928EDFC6C}"/>
              </a:ext>
            </a:extLst>
          </p:cNvPr>
          <p:cNvSpPr txBox="1"/>
          <p:nvPr/>
        </p:nvSpPr>
        <p:spPr>
          <a:xfrm>
            <a:off x="261246" y="3489235"/>
            <a:ext cx="34191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 err="1"/>
              <a:t>LlamaIndex</a:t>
            </a:r>
            <a:endParaRPr lang="pt-BR" sz="2400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C6D8DE1-69EA-28CE-6DE4-F32838E15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94936" y="3717358"/>
            <a:ext cx="4303830" cy="46708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C898041-6601-C00C-AEC0-A9563EAB167C}"/>
              </a:ext>
            </a:extLst>
          </p:cNvPr>
          <p:cNvSpPr txBox="1"/>
          <p:nvPr/>
        </p:nvSpPr>
        <p:spPr>
          <a:xfrm>
            <a:off x="3680393" y="2011907"/>
            <a:ext cx="241560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Interface</a:t>
            </a:r>
          </a:p>
          <a:p>
            <a:endParaRPr lang="pt-BR" sz="2400" dirty="0"/>
          </a:p>
          <a:p>
            <a:r>
              <a:rPr lang="pt-BR" sz="2400" b="1" dirty="0"/>
              <a:t>Query </a:t>
            </a:r>
            <a:r>
              <a:rPr lang="pt-BR" sz="2400" b="1" dirty="0" err="1"/>
              <a:t>Engine</a:t>
            </a:r>
            <a:endParaRPr lang="pt-BR" sz="2400" b="1" dirty="0"/>
          </a:p>
          <a:p>
            <a:endParaRPr lang="pt-BR" sz="2400" dirty="0"/>
          </a:p>
          <a:p>
            <a:r>
              <a:rPr lang="pt-BR" sz="2400" b="1" dirty="0" err="1"/>
              <a:t>Retrieval</a:t>
            </a:r>
            <a:endParaRPr lang="pt-BR" sz="2400" b="1" dirty="0"/>
          </a:p>
          <a:p>
            <a:endParaRPr lang="pt-BR" sz="2400" b="1" dirty="0"/>
          </a:p>
          <a:p>
            <a:r>
              <a:rPr lang="pt-BR" sz="2400" b="1" dirty="0"/>
              <a:t>Embeddings</a:t>
            </a:r>
            <a:endParaRPr lang="pt-BR" sz="2400" dirty="0"/>
          </a:p>
          <a:p>
            <a:endParaRPr lang="pt-BR" sz="2400" b="1" dirty="0"/>
          </a:p>
          <a:p>
            <a:r>
              <a:rPr lang="pt-BR" sz="2400" b="1" dirty="0" err="1"/>
              <a:t>Memory</a:t>
            </a:r>
            <a:endParaRPr lang="pt-BR" sz="2400" b="1" dirty="0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E40F9697-C479-F51C-B217-F08C5EB85DF2}"/>
              </a:ext>
            </a:extLst>
          </p:cNvPr>
          <p:cNvCxnSpPr>
            <a:cxnSpLocks/>
          </p:cNvCxnSpPr>
          <p:nvPr/>
        </p:nvCxnSpPr>
        <p:spPr>
          <a:xfrm>
            <a:off x="5371380" y="2294626"/>
            <a:ext cx="72461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C113807A-DD38-EFC7-353C-8425BECD7036}"/>
              </a:ext>
            </a:extLst>
          </p:cNvPr>
          <p:cNvCxnSpPr>
            <a:cxnSpLocks/>
          </p:cNvCxnSpPr>
          <p:nvPr/>
        </p:nvCxnSpPr>
        <p:spPr>
          <a:xfrm>
            <a:off x="5371380" y="2999117"/>
            <a:ext cx="72461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A8068046-8CF6-4E9F-E411-D8EE3F652FD0}"/>
              </a:ext>
            </a:extLst>
          </p:cNvPr>
          <p:cNvCxnSpPr>
            <a:cxnSpLocks/>
          </p:cNvCxnSpPr>
          <p:nvPr/>
        </p:nvCxnSpPr>
        <p:spPr>
          <a:xfrm>
            <a:off x="5391507" y="3720067"/>
            <a:ext cx="72461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6C20EA8D-E205-7363-EA13-7BA4C440C7EF}"/>
              </a:ext>
            </a:extLst>
          </p:cNvPr>
          <p:cNvCxnSpPr>
            <a:cxnSpLocks/>
          </p:cNvCxnSpPr>
          <p:nvPr/>
        </p:nvCxnSpPr>
        <p:spPr>
          <a:xfrm>
            <a:off x="5408760" y="4431101"/>
            <a:ext cx="72461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C815EA0D-48FE-043B-AEE5-93405D27CCAD}"/>
              </a:ext>
            </a:extLst>
          </p:cNvPr>
          <p:cNvCxnSpPr>
            <a:cxnSpLocks/>
          </p:cNvCxnSpPr>
          <p:nvPr/>
        </p:nvCxnSpPr>
        <p:spPr>
          <a:xfrm>
            <a:off x="5371379" y="5190226"/>
            <a:ext cx="72461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7114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EA3D7-8BF9-6177-02A7-80B350AD5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C774DD4F-0D59-B64D-B56E-C3DF93029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46" y="305436"/>
            <a:ext cx="7744067" cy="846301"/>
          </a:xfrm>
        </p:spPr>
        <p:txBody>
          <a:bodyPr rtlCol="0">
            <a:normAutofit/>
          </a:bodyPr>
          <a:lstStyle/>
          <a:p>
            <a:r>
              <a:rPr lang="pt-BR" dirty="0"/>
              <a:t>Estrutura de diretórios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F4CA133-B555-027C-ABDD-1C57FF492C79}"/>
              </a:ext>
            </a:extLst>
          </p:cNvPr>
          <p:cNvSpPr txBox="1"/>
          <p:nvPr/>
        </p:nvSpPr>
        <p:spPr>
          <a:xfrm>
            <a:off x="6632456" y="2011907"/>
            <a:ext cx="341914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ui/</a:t>
            </a:r>
          </a:p>
          <a:p>
            <a:endParaRPr lang="pt-BR" sz="2400" dirty="0"/>
          </a:p>
          <a:p>
            <a:r>
              <a:rPr lang="pt-BR" sz="2400" b="1" dirty="0"/>
              <a:t>features/</a:t>
            </a:r>
          </a:p>
          <a:p>
            <a:endParaRPr lang="pt-BR" sz="2400" dirty="0"/>
          </a:p>
          <a:p>
            <a:r>
              <a:rPr lang="pt-BR" sz="2400" b="1" dirty="0"/>
              <a:t>pipelines/</a:t>
            </a:r>
          </a:p>
          <a:p>
            <a:endParaRPr lang="pt-BR" sz="2400" dirty="0"/>
          </a:p>
          <a:p>
            <a:r>
              <a:rPr lang="pt-BR" sz="2400" b="1" dirty="0" err="1"/>
              <a:t>providers</a:t>
            </a:r>
            <a:r>
              <a:rPr lang="pt-BR" sz="2400" b="1" dirty="0"/>
              <a:t>/</a:t>
            </a:r>
          </a:p>
          <a:p>
            <a:endParaRPr lang="pt-BR" sz="2400" dirty="0"/>
          </a:p>
          <a:p>
            <a:r>
              <a:rPr lang="pt-BR" sz="2400" b="1" dirty="0" err="1"/>
              <a:t>state</a:t>
            </a:r>
            <a:r>
              <a:rPr lang="pt-BR" sz="2400" b="1" dirty="0"/>
              <a:t>/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6898C88-AEB5-3A75-29AC-63491771C1C2}"/>
              </a:ext>
            </a:extLst>
          </p:cNvPr>
          <p:cNvSpPr txBox="1"/>
          <p:nvPr/>
        </p:nvSpPr>
        <p:spPr>
          <a:xfrm>
            <a:off x="261246" y="3489235"/>
            <a:ext cx="34191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Microsoft AI apps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A5801ED-BC33-FC4F-5FB6-1D4B38071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94936" y="3717358"/>
            <a:ext cx="4303830" cy="46708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33CB152-3781-CF9E-A4AF-13EA3712C64F}"/>
              </a:ext>
            </a:extLst>
          </p:cNvPr>
          <p:cNvSpPr txBox="1"/>
          <p:nvPr/>
        </p:nvSpPr>
        <p:spPr>
          <a:xfrm>
            <a:off x="3680393" y="2011907"/>
            <a:ext cx="241560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 err="1"/>
              <a:t>Frontend</a:t>
            </a:r>
            <a:endParaRPr lang="pt-BR" sz="2400" b="1" dirty="0"/>
          </a:p>
          <a:p>
            <a:endParaRPr lang="pt-BR" sz="2400" dirty="0"/>
          </a:p>
          <a:p>
            <a:r>
              <a:rPr lang="pt-BR" sz="2400" b="1" dirty="0" err="1"/>
              <a:t>Orchestration</a:t>
            </a:r>
            <a:endParaRPr lang="pt-BR" sz="2400" dirty="0"/>
          </a:p>
          <a:p>
            <a:endParaRPr lang="pt-BR" sz="2400" b="1" dirty="0"/>
          </a:p>
          <a:p>
            <a:r>
              <a:rPr lang="pt-BR" sz="2400" b="1" dirty="0"/>
              <a:t>Skills</a:t>
            </a:r>
          </a:p>
          <a:p>
            <a:endParaRPr lang="pt-BR" sz="2400" b="1" dirty="0"/>
          </a:p>
          <a:p>
            <a:r>
              <a:rPr lang="pt-BR" sz="2400" b="1" dirty="0" err="1"/>
              <a:t>Connectors</a:t>
            </a:r>
            <a:endParaRPr lang="pt-BR" sz="2400" dirty="0"/>
          </a:p>
          <a:p>
            <a:endParaRPr lang="pt-BR" sz="2400" b="1" dirty="0"/>
          </a:p>
          <a:p>
            <a:r>
              <a:rPr lang="pt-BR" sz="2400" b="1" dirty="0" err="1"/>
              <a:t>Memory</a:t>
            </a:r>
            <a:endParaRPr lang="pt-BR" sz="2400" b="1" dirty="0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741E1F0-F667-97E8-4C12-6C334B0C4C4D}"/>
              </a:ext>
            </a:extLst>
          </p:cNvPr>
          <p:cNvCxnSpPr>
            <a:cxnSpLocks/>
          </p:cNvCxnSpPr>
          <p:nvPr/>
        </p:nvCxnSpPr>
        <p:spPr>
          <a:xfrm>
            <a:off x="5371380" y="2294626"/>
            <a:ext cx="72461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1AA6627F-9987-0B2E-73D6-B6B2C2AE423B}"/>
              </a:ext>
            </a:extLst>
          </p:cNvPr>
          <p:cNvCxnSpPr>
            <a:cxnSpLocks/>
          </p:cNvCxnSpPr>
          <p:nvPr/>
        </p:nvCxnSpPr>
        <p:spPr>
          <a:xfrm>
            <a:off x="5371380" y="2999117"/>
            <a:ext cx="72461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407E3424-9FAF-0130-D1CD-91C154186EA2}"/>
              </a:ext>
            </a:extLst>
          </p:cNvPr>
          <p:cNvCxnSpPr>
            <a:cxnSpLocks/>
          </p:cNvCxnSpPr>
          <p:nvPr/>
        </p:nvCxnSpPr>
        <p:spPr>
          <a:xfrm>
            <a:off x="5391507" y="3720067"/>
            <a:ext cx="72461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AB679F68-E2F6-8E20-687A-E68221B905FC}"/>
              </a:ext>
            </a:extLst>
          </p:cNvPr>
          <p:cNvCxnSpPr>
            <a:cxnSpLocks/>
          </p:cNvCxnSpPr>
          <p:nvPr/>
        </p:nvCxnSpPr>
        <p:spPr>
          <a:xfrm>
            <a:off x="5408760" y="4431101"/>
            <a:ext cx="72461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E5D176A0-3101-A5E3-92D2-1510425E3526}"/>
              </a:ext>
            </a:extLst>
          </p:cNvPr>
          <p:cNvCxnSpPr>
            <a:cxnSpLocks/>
          </p:cNvCxnSpPr>
          <p:nvPr/>
        </p:nvCxnSpPr>
        <p:spPr>
          <a:xfrm>
            <a:off x="5371379" y="5190226"/>
            <a:ext cx="72461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4692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9EC8E-66A6-A18F-8FD6-10AC25D3C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AA3C25CA-5388-962F-EAD0-7B1139B17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46" y="305436"/>
            <a:ext cx="7744067" cy="846301"/>
          </a:xfrm>
        </p:spPr>
        <p:txBody>
          <a:bodyPr rtlCol="0">
            <a:normAutofit fontScale="90000"/>
          </a:bodyPr>
          <a:lstStyle/>
          <a:p>
            <a:r>
              <a:rPr lang="pt-BR" dirty="0"/>
              <a:t>Estrutura de diretórios</a:t>
            </a:r>
            <a:br>
              <a:rPr lang="pt-BR" dirty="0"/>
            </a:br>
            <a:r>
              <a:rPr lang="pt-BR" dirty="0"/>
              <a:t>Benefícios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B7B779F-0400-74B3-0AB5-675E5160A7CA}"/>
              </a:ext>
            </a:extLst>
          </p:cNvPr>
          <p:cNvSpPr txBox="1"/>
          <p:nvPr/>
        </p:nvSpPr>
        <p:spPr>
          <a:xfrm>
            <a:off x="910086" y="1453440"/>
            <a:ext cx="9234578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Baixo acoplamento</a:t>
            </a:r>
          </a:p>
          <a:p>
            <a:r>
              <a:rPr lang="pt-BR" sz="2400" b="1" dirty="0"/>
              <a:t>	</a:t>
            </a:r>
            <a:r>
              <a:rPr lang="pt-BR" dirty="0"/>
              <a:t>Mudanças em uma camada não quebram outras.</a:t>
            </a:r>
            <a:endParaRPr lang="pt-BR" sz="2400" b="1" dirty="0"/>
          </a:p>
          <a:p>
            <a:endParaRPr lang="pt-BR" sz="2400" b="1" dirty="0"/>
          </a:p>
          <a:p>
            <a:r>
              <a:rPr lang="pt-BR" sz="2400" b="1" dirty="0"/>
              <a:t>Troca fácil de modelos</a:t>
            </a:r>
          </a:p>
          <a:p>
            <a:r>
              <a:rPr lang="pt-BR" sz="2400" b="1" dirty="0"/>
              <a:t>	</a:t>
            </a:r>
            <a:r>
              <a:rPr lang="pt-BR" dirty="0"/>
              <a:t>Arquitetura desacoplada permite trocar modelos sem reescrever o sistema.</a:t>
            </a:r>
            <a:endParaRPr lang="pt-BR" sz="2400" b="1" dirty="0"/>
          </a:p>
          <a:p>
            <a:endParaRPr lang="pt-BR" sz="2400" b="1" dirty="0"/>
          </a:p>
          <a:p>
            <a:r>
              <a:rPr lang="pt-BR" sz="2400" b="1" dirty="0"/>
              <a:t>Escalabilidade</a:t>
            </a:r>
          </a:p>
          <a:p>
            <a:r>
              <a:rPr lang="pt-BR" dirty="0"/>
              <a:t>	Times podem trabalhar em features diferentes.</a:t>
            </a:r>
          </a:p>
          <a:p>
            <a:endParaRPr lang="pt-BR" sz="2400" b="1" dirty="0"/>
          </a:p>
          <a:p>
            <a:r>
              <a:rPr lang="pt-BR" sz="2400" b="1" dirty="0"/>
              <a:t>Reutilização</a:t>
            </a:r>
          </a:p>
          <a:p>
            <a:r>
              <a:rPr lang="pt-BR" sz="2400" b="1" dirty="0"/>
              <a:t>	</a:t>
            </a:r>
            <a:r>
              <a:rPr lang="pt-BR" dirty="0"/>
              <a:t>Reutilização de Pipelines e componentes</a:t>
            </a:r>
            <a:endParaRPr lang="pt-BR" sz="2400" b="1" dirty="0"/>
          </a:p>
          <a:p>
            <a:endParaRPr lang="pt-BR" sz="2400" b="1" dirty="0"/>
          </a:p>
          <a:p>
            <a:r>
              <a:rPr lang="pt-BR" sz="2400" b="1" dirty="0"/>
              <a:t>Testabilidade</a:t>
            </a:r>
          </a:p>
          <a:p>
            <a:r>
              <a:rPr lang="pt-BR" sz="2400" b="1" dirty="0"/>
              <a:t>	</a:t>
            </a:r>
            <a:r>
              <a:rPr lang="pt-BR" dirty="0"/>
              <a:t>Pipelines e </a:t>
            </a:r>
            <a:r>
              <a:rPr lang="pt-BR" dirty="0" err="1"/>
              <a:t>providers</a:t>
            </a:r>
            <a:r>
              <a:rPr lang="pt-BR" dirty="0"/>
              <a:t> podem ser testados isoladamente</a:t>
            </a: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39295125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25</a:t>
            </a:fld>
            <a:endParaRPr lang="pt-BR"/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3FEE16FE-42BD-2705-84B0-117D39699A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FD4B030A-025E-AB8B-F0CA-DE1F0D3C3F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Linha únic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29_TF56180624_Win32" id="{A41EDDBB-5953-4360-9427-46649C724676}" vid="{A01FACCB-45ED-4159-A2A7-476D33FAEB2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vendas clara e minimalista</Template>
  <TotalTime>1279</TotalTime>
  <Words>978</Words>
  <Application>Microsoft Office PowerPoint</Application>
  <PresentationFormat>Widescreen</PresentationFormat>
  <Paragraphs>356</Paragraphs>
  <Slides>25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9" baseType="lpstr">
      <vt:lpstr>Arial</vt:lpstr>
      <vt:lpstr>Calibri</vt:lpstr>
      <vt:lpstr>Tenorite</vt:lpstr>
      <vt:lpstr>Linha única</vt:lpstr>
      <vt:lpstr>Modularização e separação de responsabilidades</vt:lpstr>
      <vt:lpstr>princípios estruturais</vt:lpstr>
      <vt:lpstr>princípios estruturais</vt:lpstr>
      <vt:lpstr>Feature-First Architecture</vt:lpstr>
      <vt:lpstr>Feature-First Architecture</vt:lpstr>
      <vt:lpstr>Feature-First Architecture</vt:lpstr>
      <vt:lpstr>Pipelines de IA isolados</vt:lpstr>
      <vt:lpstr>Pipelines de IA isolados</vt:lpstr>
      <vt:lpstr>Pipelines de IA isolados Benefícios</vt:lpstr>
      <vt:lpstr>Camada de interface simplificada</vt:lpstr>
      <vt:lpstr>Camada de interface simplificada</vt:lpstr>
      <vt:lpstr>Estrutura de diretórios</vt:lpstr>
      <vt:lpstr>Estrutura de diretórios</vt:lpstr>
      <vt:lpstr>Estrutura de diretórios</vt:lpstr>
      <vt:lpstr>Estrutura de diretórios</vt:lpstr>
      <vt:lpstr>Estrutura de diretórios</vt:lpstr>
      <vt:lpstr>Estrutura de diretórios</vt:lpstr>
      <vt:lpstr>Estrutura de diretórios</vt:lpstr>
      <vt:lpstr>Estrutura de diretórios</vt:lpstr>
      <vt:lpstr>Estrutura de diretórios</vt:lpstr>
      <vt:lpstr>Estrutura de diretórios</vt:lpstr>
      <vt:lpstr>Estrutura de diretórios</vt:lpstr>
      <vt:lpstr>Estrutura de diretórios</vt:lpstr>
      <vt:lpstr>Estrutura de diretórios Benefícios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Rios</dc:creator>
  <cp:lastModifiedBy>Lucas Rios</cp:lastModifiedBy>
  <cp:revision>102</cp:revision>
  <dcterms:created xsi:type="dcterms:W3CDTF">2026-02-08T14:58:32Z</dcterms:created>
  <dcterms:modified xsi:type="dcterms:W3CDTF">2026-03-10T01:56:50Z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