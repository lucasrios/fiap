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Observabilidade: Instrumentando o Pipeline ao Vivo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Adicionar instrumentação completa ao pipeline do Sprint e explorar o dashboard do LangSmith com dados reais, entendendo o que os traces revelam sobre o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chamada única ao pipeline completo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Aula anterior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@traceable só no provider — vê o tempo total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aula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@traceable em cada camada — pipeline e provider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ganho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LangSmith monta uma árvore: onde exatamente o pipeline é lento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Instrumentando o pipeline completo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pipeline_noticia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@traceable no nível do pipeline, com tags de produção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Etapas filhas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obter_conteudo, extrair_entidades e modelo_analisar_completo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session_id propagado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Do header HTTP até o provider, via parâmetro explícito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Propagando o ID de sessão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No router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Header(None) lê X-Session-Id da requisição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No pipeline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session_id passa por cada função instrumentada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No dashboard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Filtra todos os traces de uma sessão e reconstrói a visita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Lendo o dashboard ao vivo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Latência por etapa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Gráfico de cascata mostra onde está o gargalo real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Tokens e custo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Compara qual prompt + modelo é mais eficiente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Taxa de erro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Traces com exceção aparecem em vermelho, com stack completo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Distribuição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Padrões como 70% de sentimento negativo revelam viés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Tags e metadados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Tags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Rótulos livres para filtrar no dashboard (produção, v2, notícias)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run_metadata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Dicionário com modelo, idioma, feature, versão do prompt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Uso prático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Compara versao_prompt v2 vs v3 lado a lado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Enviando feedback do front-end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trace_id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get_current_run_tree() retorna o ID do trace atual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Endpoint /feedback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Recebe trace_id, aprovado e comentário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No front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Botões 👍/👎 chamam o endpoint após exibir o resultado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LangSmith — Tracing</a:t>
            </a:r>
          </a:p>
          <a:p>
            <a:r>
              <a:t>docs.smith.langchain.com</a:t>
            </a:r>
          </a:p>
          <a:p>
            <a:r>
              <a:t>LangSmith — Feedback</a:t>
            </a:r>
          </a:p>
          <a:p>
            <a:r>
              <a:t>docs.smith.langchain.com</a:t>
            </a:r>
          </a:p>
          <a:p>
            <a:r>
              <a:t>Arize Phoenix</a:t>
            </a:r>
          </a:p>
          <a:p>
            <a:r>
              <a:t>docs.arize.com</a:t>
            </a:r>
          </a:p>
          <a:p>
            <a:r>
              <a:t>OpenTelemetry — Gen AI Semantic Conventions</a:t>
            </a:r>
          </a:p>
          <a:p>
            <a:r>
              <a:t>opentelemetry.io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LangChain no Front-end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