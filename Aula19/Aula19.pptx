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Docker: Containerizando o App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Entender por que Docker é essencial para o front-end de IA, criar Dockerfiles para Streamlit e FastAPI, e orquestrar os dois serviços com docker-compose.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Docker é assunto de front-end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Portfolio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docker-compose up em vez de resolver dependências manualmente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Toda cloud aceita containers — Docker é a língua do deploy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Colaboração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Times de back-end já usam Docker; elimina fricção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fundamentais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Um snapshot com tudo instalado — o molde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Container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Uma instância rodando da imagem — o processo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Dockerfile / compose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O receituário / a orquestração de múltiplos containers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do FastAPI e do Streamlit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python:3.11-slim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Base leve; WORKDIR define o diretório de trabalho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COPY requirements primeiro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Aproveita o cache — só reinstala se mudar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EXPOSE + CMD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Porta exposta e comando de inicialização (uvicorn / streamlit)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 — orquestrando os dois serviços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+ frontend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Cada serviço com seu build, portas e env_file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depends_on + healthcheck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Front só sobe quando o back estiver saudável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Rede interna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Serviços se comunicam pelo nome (http://backend:8000), não localhost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 com Docker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docker-compose.yml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Na raiz, orquestra backend e frontend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.env / .env.example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.env nunca commitado; .env.example é o template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Dockerfile por serviço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Cada pasta (backend/frontend) com seu próprio Dockerfile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.gitignore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.env, __pycache__, secrets.toml fora do repositório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 ordem das instruções importa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Cache em camadas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Cada instrução do Dockerfile é uma camada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Ordem ruim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COPY . . antes do pip install reinstala tudo a cada mudança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Ordem boa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requirements.txt primeiro — pip install só roda quando ele muda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— Documentação Oficial</a:t>
            </a:r>
          </a:p>
          <a:p>
            <a:r>
              <a:t>docs.docker.com</a:t>
            </a:r>
          </a:p>
          <a:p>
            <a:r>
              <a:t>Docker Compose</a:t>
            </a:r>
          </a:p>
          <a:p>
            <a:r>
              <a:t>docs.docker.com/compose</a:t>
            </a:r>
          </a:p>
          <a:p>
            <a:r>
              <a:t>Dockerfile Best Practices</a:t>
            </a:r>
          </a:p>
          <a:p>
            <a:r>
              <a:t>docs.docker.com</a:t>
            </a:r>
          </a:p>
          <a:p>
            <a:r>
              <a:t>Streamlit — Docker Deploy</a:t>
            </a:r>
          </a:p>
          <a:p>
            <a:r>
              <a:t>docs.streamlit.io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Deploy Gratuito — Hugging Face e Streamlit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