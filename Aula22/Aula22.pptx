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Deploy AWS: Fargate, Escalabilidade e HTTPS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Evoluir do EC2 para o Fargate, entender a decisão de custo entre as duas abordagens, configurar HTTPS com domínio real e comparar cenários de deploy.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limite do EC2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Você gerencia tudo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Atualizações de OS e escalabilidade manual são sua responsabilidade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Alta disponibilidade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Duas instâncias exigem Load Balancer configurado manualmente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 alternativa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ECS com Fargate — a AWS gerencia o servidor por baixo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ECS + Fargate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Orquestra containers: qual imagem, quanta CPU, quanta memória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Fargate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Modo de execução onde o servidor é invisível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Custo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Paga por vCPU + RAM por segundo, não por hora de servidor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Publicando no ECR e criando o serviço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ECR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Repositório de imagens da AWS, equivalente ao Docker Hub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Task Definition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Define CPU, memória e porta do container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Service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Quantidade de tasks desejadas e Load Balancer opcional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HTTPS com AWS Certificate Manager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Pré-requisito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Um domínio registrado (Route 53 ou Registro.br)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Validação DNS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Adiciona um CNAME fornecido pelo ACM no seu domínio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No Load Balancer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Listener HTTPS:443 usa o certificado emitido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 scaling e comparação de custo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Target tracking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CPU acima de 70% adiciona containers automaticamente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Min/Max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 1 a 5 containers conforme a demanda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EC2 vs Fargate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EC2 vence em carga constante; Fargate em carga variável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Tabela de decisão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Portfólio → gratuito; produção → Fargate + ALB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três níveis de deploy do semestre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Nível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Plataformas gerenciadas — zero config, hiberna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Nível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EC2 — controle total, mais responsabilidade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Nível 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ECS + Fargate + ALB + ACM — sem servidor, escalável, HTTPS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ECS + Fargate</a:t>
            </a:r>
          </a:p>
          <a:p>
            <a:r>
              <a:t>docs.aws.amazon.com</a:t>
            </a:r>
          </a:p>
          <a:p>
            <a:r>
              <a:t>AWS ECR</a:t>
            </a:r>
          </a:p>
          <a:p>
            <a:r>
              <a:t>docs.aws.amazon.com</a:t>
            </a:r>
          </a:p>
          <a:p>
            <a:r>
              <a:t>AWS Certificate Manager</a:t>
            </a:r>
          </a:p>
          <a:p>
            <a:r>
              <a:t>docs.aws.amazon.com</a:t>
            </a:r>
          </a:p>
          <a:p>
            <a:r>
              <a:t>Fargate vs EC2 — AWS Blog</a:t>
            </a:r>
          </a:p>
          <a:p>
            <a:r>
              <a:t>aws.amazon.com/blogs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Mobile — PWA com o que Você Já 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