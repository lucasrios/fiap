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59"/>
  </p:notesMasterIdLst>
  <p:handoutMasterIdLst>
    <p:handoutMasterId r:id="rId60"/>
  </p:handout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2B8DF-E0C8-46DB-8C2B-63FC5A2F73F0}" v="145" dt="2026-02-08T18:03:46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2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viewProps" Target="viewProps.xml"/><Relationship Id="rId68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microsoft.com/office/2016/11/relationships/changesInfo" Target="changesInfos/changesInfo1.xml"/><Relationship Id="rId5" Type="http://schemas.openxmlformats.org/officeDocument/2006/relationships/slide" Target="slides/slide1.xml"/><Relationship Id="rId61" Type="http://schemas.openxmlformats.org/officeDocument/2006/relationships/commentAuthors" Target="commentAuthor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notesMaster" Target="notesMasters/notesMaster1.xml"/><Relationship Id="rId67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os" userId="b55e9a44c6326244" providerId="LiveId" clId="{C341934D-E88C-4EA1-B222-2AF0679781E8}"/>
    <pc:docChg chg="undo custSel addSld delSld modSld sldOrd">
      <pc:chgData name="Lucas Rios" userId="b55e9a44c6326244" providerId="LiveId" clId="{C341934D-E88C-4EA1-B222-2AF0679781E8}" dt="2026-02-08T18:08:03.792" v="1180" actId="20577"/>
      <pc:docMkLst>
        <pc:docMk/>
      </pc:docMkLst>
      <pc:sldChg chg="del">
        <pc:chgData name="Lucas Rios" userId="b55e9a44c6326244" providerId="LiveId" clId="{C341934D-E88C-4EA1-B222-2AF0679781E8}" dt="2026-02-08T18:04:34.192" v="1149" actId="47"/>
        <pc:sldMkLst>
          <pc:docMk/>
          <pc:sldMk cId="707789176" sldId="258"/>
        </pc:sldMkLst>
      </pc:sldChg>
      <pc:sldChg chg="del">
        <pc:chgData name="Lucas Rios" userId="b55e9a44c6326244" providerId="LiveId" clId="{C341934D-E88C-4EA1-B222-2AF0679781E8}" dt="2026-02-08T18:04:39.743" v="1156" actId="47"/>
        <pc:sldMkLst>
          <pc:docMk/>
          <pc:sldMk cId="566997565" sldId="260"/>
        </pc:sldMkLst>
      </pc:sldChg>
      <pc:sldChg chg="addSp delSp modSp mod">
        <pc:chgData name="Lucas Rios" userId="b55e9a44c6326244" providerId="LiveId" clId="{C341934D-E88C-4EA1-B222-2AF0679781E8}" dt="2026-02-08T15:30:14.767" v="96" actId="20577"/>
        <pc:sldMkLst>
          <pc:docMk/>
          <pc:sldMk cId="1738561688" sldId="261"/>
        </pc:sldMkLst>
        <pc:spChg chg="mod">
          <ac:chgData name="Lucas Rios" userId="b55e9a44c6326244" providerId="LiveId" clId="{C341934D-E88C-4EA1-B222-2AF0679781E8}" dt="2026-02-08T15:25:17.789" v="10" actId="1076"/>
          <ac:spMkLst>
            <pc:docMk/>
            <pc:sldMk cId="1738561688" sldId="261"/>
            <ac:spMk id="6" creationId="{5C594564-4FC6-401A-8586-44735EE819EC}"/>
          </ac:spMkLst>
        </pc:spChg>
        <pc:spChg chg="mod">
          <ac:chgData name="Lucas Rios" userId="b55e9a44c6326244" providerId="LiveId" clId="{C341934D-E88C-4EA1-B222-2AF0679781E8}" dt="2026-02-08T15:25:34.668" v="14" actId="1076"/>
          <ac:spMkLst>
            <pc:docMk/>
            <pc:sldMk cId="1738561688" sldId="261"/>
            <ac:spMk id="10" creationId="{02D305EF-9A88-496B-BFC1-D589A01EE381}"/>
          </ac:spMkLst>
        </pc:spChg>
        <pc:spChg chg="mod">
          <ac:chgData name="Lucas Rios" userId="b55e9a44c6326244" providerId="LiveId" clId="{C341934D-E88C-4EA1-B222-2AF0679781E8}" dt="2026-02-08T15:24:40.604" v="6" actId="1076"/>
          <ac:spMkLst>
            <pc:docMk/>
            <pc:sldMk cId="1738561688" sldId="261"/>
            <ac:spMk id="13" creationId="{E3984D70-BD95-4E1F-9725-902B5D74DED6}"/>
          </ac:spMkLst>
        </pc:spChg>
        <pc:spChg chg="del">
          <ac:chgData name="Lucas Rios" userId="b55e9a44c6326244" providerId="LiveId" clId="{C341934D-E88C-4EA1-B222-2AF0679781E8}" dt="2026-02-08T15:24:25.771" v="4" actId="478"/>
          <ac:spMkLst>
            <pc:docMk/>
            <pc:sldMk cId="1738561688" sldId="261"/>
            <ac:spMk id="17" creationId="{C987BA72-F025-3434-02C8-6EECF7F7A7C7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0" creationId="{604D4632-7501-93D4-0DCE-FD6B450A4635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1" creationId="{30B35F1C-0ED3-AE28-5CCE-B4786E66DE7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2" creationId="{6F977C91-F781-6C5E-E34B-7D2E920AA74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3" creationId="{037894EF-FCC4-EBCB-E79D-2D91C89299ED}"/>
          </ac:spMkLst>
        </pc:spChg>
        <pc:spChg chg="add mod">
          <ac:chgData name="Lucas Rios" userId="b55e9a44c6326244" providerId="LiveId" clId="{C341934D-E88C-4EA1-B222-2AF0679781E8}" dt="2026-02-08T15:26:20.943" v="90"/>
          <ac:spMkLst>
            <pc:docMk/>
            <pc:sldMk cId="1738561688" sldId="261"/>
            <ac:spMk id="24" creationId="{CD3C008D-D28E-EC48-4D0D-153FCC20DA0A}"/>
          </ac:spMkLst>
        </pc:spChg>
        <pc:spChg chg="add mod">
          <ac:chgData name="Lucas Rios" userId="b55e9a44c6326244" providerId="LiveId" clId="{C341934D-E88C-4EA1-B222-2AF0679781E8}" dt="2026-02-08T15:30:14.767" v="96" actId="20577"/>
          <ac:spMkLst>
            <pc:docMk/>
            <pc:sldMk cId="1738561688" sldId="261"/>
            <ac:spMk id="25" creationId="{580807DA-4AFE-B13A-A320-64332B19E1F1}"/>
          </ac:spMkLst>
        </pc:spChg>
        <pc:spChg chg="add mod">
          <ac:chgData name="Lucas Rios" userId="b55e9a44c6326244" providerId="LiveId" clId="{C341934D-E88C-4EA1-B222-2AF0679781E8}" dt="2026-02-08T15:26:14.038" v="87"/>
          <ac:spMkLst>
            <pc:docMk/>
            <pc:sldMk cId="1738561688" sldId="261"/>
            <ac:spMk id="26" creationId="{A557ABDF-0B4D-8A0E-C130-F79BF3F688CE}"/>
          </ac:spMkLst>
        </pc:spChg>
        <pc:spChg chg="add mod">
          <ac:chgData name="Lucas Rios" userId="b55e9a44c6326244" providerId="LiveId" clId="{C341934D-E88C-4EA1-B222-2AF0679781E8}" dt="2026-02-08T15:26:16.701" v="89"/>
          <ac:spMkLst>
            <pc:docMk/>
            <pc:sldMk cId="1738561688" sldId="261"/>
            <ac:spMk id="27" creationId="{497440A0-DAE8-F5F7-2C06-69B86B180C1B}"/>
          </ac:spMkLst>
        </pc:spChg>
        <pc:picChg chg="add mod">
          <ac:chgData name="Lucas Rios" userId="b55e9a44c6326244" providerId="LiveId" clId="{C341934D-E88C-4EA1-B222-2AF0679781E8}" dt="2026-02-08T15:26:38.163" v="94" actId="1076"/>
          <ac:picMkLst>
            <pc:docMk/>
            <pc:sldMk cId="1738561688" sldId="261"/>
            <ac:picMk id="29" creationId="{ED1EA5B5-E8CA-2DF3-A6B0-595C8C0D8A7A}"/>
          </ac:picMkLst>
        </pc:picChg>
      </pc:sldChg>
      <pc:sldChg chg="addSp delSp modSp del mod ord">
        <pc:chgData name="Lucas Rios" userId="b55e9a44c6326244" providerId="LiveId" clId="{C341934D-E88C-4EA1-B222-2AF0679781E8}" dt="2026-02-08T18:01:52.609" v="1022" actId="47"/>
        <pc:sldMkLst>
          <pc:docMk/>
          <pc:sldMk cId="1593920805" sldId="262"/>
        </pc:sldMkLst>
        <pc:spChg chg="mod">
          <ac:chgData name="Lucas Rios" userId="b55e9a44c6326244" providerId="LiveId" clId="{C341934D-E88C-4EA1-B222-2AF0679781E8}" dt="2026-02-08T17:58:43.157" v="982" actId="20577"/>
          <ac:spMkLst>
            <pc:docMk/>
            <pc:sldMk cId="1593920805" sldId="262"/>
            <ac:spMk id="2" creationId="{75031FE9-9059-4FE8-B4AC-9771F23A1B89}"/>
          </ac:spMkLst>
        </pc:spChg>
        <pc:spChg chg="del">
          <ac:chgData name="Lucas Rios" userId="b55e9a44c6326244" providerId="LiveId" clId="{C341934D-E88C-4EA1-B222-2AF0679781E8}" dt="2026-02-08T17:58:50.283" v="984" actId="478"/>
          <ac:spMkLst>
            <pc:docMk/>
            <pc:sldMk cId="1593920805" sldId="262"/>
            <ac:spMk id="3" creationId="{D4A2EB3F-4D60-451F-8F45-7D6654D2FCD9}"/>
          </ac:spMkLst>
        </pc:spChg>
        <pc:spChg chg="mod">
          <ac:chgData name="Lucas Rios" userId="b55e9a44c6326244" providerId="LiveId" clId="{C341934D-E88C-4EA1-B222-2AF0679781E8}" dt="2026-02-08T17:58:56.775" v="987" actId="1076"/>
          <ac:spMkLst>
            <pc:docMk/>
            <pc:sldMk cId="1593920805" sldId="262"/>
            <ac:spMk id="4" creationId="{AC1C80FB-53F9-42EE-B1E6-D0F998EC5DFA}"/>
          </ac:spMkLst>
        </pc:spChg>
        <pc:spChg chg="del">
          <ac:chgData name="Lucas Rios" userId="b55e9a44c6326244" providerId="LiveId" clId="{C341934D-E88C-4EA1-B222-2AF0679781E8}" dt="2026-02-08T17:59:12.292" v="988" actId="478"/>
          <ac:spMkLst>
            <pc:docMk/>
            <pc:sldMk cId="1593920805" sldId="262"/>
            <ac:spMk id="5" creationId="{E81BA2B5-6A90-4204-ABDD-7183FBB03A02}"/>
          </ac:spMkLst>
        </pc:spChg>
        <pc:spChg chg="mod">
          <ac:chgData name="Lucas Rios" userId="b55e9a44c6326244" providerId="LiveId" clId="{C341934D-E88C-4EA1-B222-2AF0679781E8}" dt="2026-02-08T17:59:24.909" v="994" actId="20577"/>
          <ac:spMkLst>
            <pc:docMk/>
            <pc:sldMk cId="1593920805" sldId="262"/>
            <ac:spMk id="6" creationId="{7E7D4C34-22A0-4D54-A07D-E1E9A11463E5}"/>
          </ac:spMkLst>
        </pc:spChg>
        <pc:spChg chg="del">
          <ac:chgData name="Lucas Rios" userId="b55e9a44c6326244" providerId="LiveId" clId="{C341934D-E88C-4EA1-B222-2AF0679781E8}" dt="2026-02-08T17:59:56.659" v="995" actId="478"/>
          <ac:spMkLst>
            <pc:docMk/>
            <pc:sldMk cId="1593920805" sldId="262"/>
            <ac:spMk id="7" creationId="{301D392D-FB66-47A0-B628-5ADE822A2CFF}"/>
          </ac:spMkLst>
        </pc:spChg>
        <pc:spChg chg="mod">
          <ac:chgData name="Lucas Rios" userId="b55e9a44c6326244" providerId="LiveId" clId="{C341934D-E88C-4EA1-B222-2AF0679781E8}" dt="2026-02-08T18:00:02.764" v="998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Lucas Rios" userId="b55e9a44c6326244" providerId="LiveId" clId="{C341934D-E88C-4EA1-B222-2AF0679781E8}" dt="2026-02-08T18:00:08.936" v="999" actId="478"/>
          <ac:spMkLst>
            <pc:docMk/>
            <pc:sldMk cId="1593920805" sldId="262"/>
            <ac:spMk id="9" creationId="{868F40F8-BF35-45E9-B3DD-5436362D746E}"/>
          </ac:spMkLst>
        </pc:spChg>
        <pc:spChg chg="mod">
          <ac:chgData name="Lucas Rios" userId="b55e9a44c6326244" providerId="LiveId" clId="{C341934D-E88C-4EA1-B222-2AF0679781E8}" dt="2026-02-08T18:00:52.392" v="1005" actId="27636"/>
          <ac:spMkLst>
            <pc:docMk/>
            <pc:sldMk cId="1593920805" sldId="262"/>
            <ac:spMk id="10" creationId="{7F39C97C-2DDC-4706-B96C-B02FAE53A426}"/>
          </ac:spMkLst>
        </pc:spChg>
        <pc:spChg chg="add del mod">
          <ac:chgData name="Lucas Rios" userId="b55e9a44c6326244" providerId="LiveId" clId="{C341934D-E88C-4EA1-B222-2AF0679781E8}" dt="2026-02-08T17:58:52.981" v="986" actId="478"/>
          <ac:spMkLst>
            <pc:docMk/>
            <pc:sldMk cId="1593920805" sldId="262"/>
            <ac:spMk id="12" creationId="{606B07B4-5285-BE73-F80C-8DCD51B2805A}"/>
          </ac:spMkLst>
        </pc:spChg>
        <pc:spChg chg="add del mod">
          <ac:chgData name="Lucas Rios" userId="b55e9a44c6326244" providerId="LiveId" clId="{C341934D-E88C-4EA1-B222-2AF0679781E8}" dt="2026-02-08T17:59:14.569" v="990" actId="478"/>
          <ac:spMkLst>
            <pc:docMk/>
            <pc:sldMk cId="1593920805" sldId="262"/>
            <ac:spMk id="14" creationId="{E3F40B44-77C5-9E14-05D4-1D818C2CF4D7}"/>
          </ac:spMkLst>
        </pc:spChg>
        <pc:spChg chg="add del mod">
          <ac:chgData name="Lucas Rios" userId="b55e9a44c6326244" providerId="LiveId" clId="{C341934D-E88C-4EA1-B222-2AF0679781E8}" dt="2026-02-08T17:59:58.889" v="997" actId="478"/>
          <ac:spMkLst>
            <pc:docMk/>
            <pc:sldMk cId="1593920805" sldId="262"/>
            <ac:spMk id="16" creationId="{6786D882-B777-32D9-1B38-96852ED35CC2}"/>
          </ac:spMkLst>
        </pc:spChg>
        <pc:spChg chg="add del mod">
          <ac:chgData name="Lucas Rios" userId="b55e9a44c6326244" providerId="LiveId" clId="{C341934D-E88C-4EA1-B222-2AF0679781E8}" dt="2026-02-08T18:00:10.640" v="1001" actId="478"/>
          <ac:spMkLst>
            <pc:docMk/>
            <pc:sldMk cId="1593920805" sldId="262"/>
            <ac:spMk id="18" creationId="{51C65F6B-B897-66C2-5D54-3CCA0B5992E1}"/>
          </ac:spMkLst>
        </pc:spChg>
      </pc:sldChg>
      <pc:sldChg chg="addSp delSp modSp mod ord">
        <pc:chgData name="Lucas Rios" userId="b55e9a44c6326244" providerId="LiveId" clId="{C341934D-E88C-4EA1-B222-2AF0679781E8}" dt="2026-02-08T17:57:13.199" v="950" actId="1076"/>
        <pc:sldMkLst>
          <pc:docMk/>
          <pc:sldMk cId="1346372204" sldId="264"/>
        </pc:sldMkLst>
        <pc:spChg chg="mod">
          <ac:chgData name="Lucas Rios" userId="b55e9a44c6326244" providerId="LiveId" clId="{C341934D-E88C-4EA1-B222-2AF0679781E8}" dt="2026-02-08T16:12:53.748" v="462" actId="20577"/>
          <ac:spMkLst>
            <pc:docMk/>
            <pc:sldMk cId="1346372204" sldId="264"/>
            <ac:spMk id="2" creationId="{537E1C88-627C-4655-A4FB-0BB02EDB078A}"/>
          </ac:spMkLst>
        </pc:spChg>
        <pc:spChg chg="del">
          <ac:chgData name="Lucas Rios" userId="b55e9a44c6326244" providerId="LiveId" clId="{C341934D-E88C-4EA1-B222-2AF0679781E8}" dt="2026-02-08T16:13:06.233" v="465" actId="478"/>
          <ac:spMkLst>
            <pc:docMk/>
            <pc:sldMk cId="1346372204" sldId="264"/>
            <ac:spMk id="3" creationId="{033634FE-ADF0-4BC3-A0A9-447EA9DD096B}"/>
          </ac:spMkLst>
        </pc:spChg>
        <pc:spChg chg="del">
          <ac:chgData name="Lucas Rios" userId="b55e9a44c6326244" providerId="LiveId" clId="{C341934D-E88C-4EA1-B222-2AF0679781E8}" dt="2026-02-08T16:12:59.723" v="464" actId="478"/>
          <ac:spMkLst>
            <pc:docMk/>
            <pc:sldMk cId="1346372204" sldId="264"/>
            <ac:spMk id="4" creationId="{5C2ACA2A-6BBE-47CF-B76F-F56C9DBF77E6}"/>
          </ac:spMkLst>
        </pc:spChg>
        <pc:spChg chg="del">
          <ac:chgData name="Lucas Rios" userId="b55e9a44c6326244" providerId="LiveId" clId="{C341934D-E88C-4EA1-B222-2AF0679781E8}" dt="2026-02-08T16:12:58.410" v="463" actId="478"/>
          <ac:spMkLst>
            <pc:docMk/>
            <pc:sldMk cId="1346372204" sldId="264"/>
            <ac:spMk id="5" creationId="{396A095E-DB05-47EC-A2D5-47398A4A00B4}"/>
          </ac:spMkLst>
        </pc:spChg>
        <pc:spChg chg="add del mod">
          <ac:chgData name="Lucas Rios" userId="b55e9a44c6326244" providerId="LiveId" clId="{C341934D-E88C-4EA1-B222-2AF0679781E8}" dt="2026-02-08T16:13:07.964" v="466" actId="478"/>
          <ac:spMkLst>
            <pc:docMk/>
            <pc:sldMk cId="1346372204" sldId="264"/>
            <ac:spMk id="8" creationId="{12364E2B-402C-ADF8-2207-DF8EE1CFA5F9}"/>
          </ac:spMkLst>
        </pc:spChg>
        <pc:picChg chg="add del mod">
          <ac:chgData name="Lucas Rios" userId="b55e9a44c6326244" providerId="LiveId" clId="{C341934D-E88C-4EA1-B222-2AF0679781E8}" dt="2026-02-08T16:17:48.346" v="473" actId="478"/>
          <ac:picMkLst>
            <pc:docMk/>
            <pc:sldMk cId="1346372204" sldId="264"/>
            <ac:picMk id="10" creationId="{4132073A-1C5D-DB01-ADB8-C8854F231C10}"/>
          </ac:picMkLst>
        </pc:picChg>
        <pc:picChg chg="add mod">
          <ac:chgData name="Lucas Rios" userId="b55e9a44c6326244" providerId="LiveId" clId="{C341934D-E88C-4EA1-B222-2AF0679781E8}" dt="2026-02-08T17:57:13.199" v="950" actId="1076"/>
          <ac:picMkLst>
            <pc:docMk/>
            <pc:sldMk cId="1346372204" sldId="264"/>
            <ac:picMk id="11" creationId="{8361667A-B78B-D608-9336-901DBED49A93}"/>
          </ac:picMkLst>
        </pc:picChg>
      </pc:sldChg>
      <pc:sldChg chg="delSp modSp mod ord">
        <pc:chgData name="Lucas Rios" userId="b55e9a44c6326244" providerId="LiveId" clId="{C341934D-E88C-4EA1-B222-2AF0679781E8}" dt="2026-02-08T16:09:54.265" v="451" actId="20577"/>
        <pc:sldMkLst>
          <pc:docMk/>
          <pc:sldMk cId="2121178069" sldId="266"/>
        </pc:sldMkLst>
        <pc:spChg chg="mod">
          <ac:chgData name="Lucas Rios" userId="b55e9a44c6326244" providerId="LiveId" clId="{C341934D-E88C-4EA1-B222-2AF0679781E8}" dt="2026-02-08T15:40:39.610" v="258" actId="20577"/>
          <ac:spMkLst>
            <pc:docMk/>
            <pc:sldMk cId="2121178069" sldId="266"/>
            <ac:spMk id="2" creationId="{5CE54ABB-4929-4810-950B-2DAEA0A5BAB4}"/>
          </ac:spMkLst>
        </pc:spChg>
        <pc:spChg chg="mod">
          <ac:chgData name="Lucas Rios" userId="b55e9a44c6326244" providerId="LiveId" clId="{C341934D-E88C-4EA1-B222-2AF0679781E8}" dt="2026-02-08T15:41:47.318" v="267"/>
          <ac:spMkLst>
            <pc:docMk/>
            <pc:sldMk cId="2121178069" sldId="266"/>
            <ac:spMk id="3" creationId="{D5E1C399-8F48-44F5-9461-3C89866D4CE1}"/>
          </ac:spMkLst>
        </pc:spChg>
        <pc:spChg chg="mod">
          <ac:chgData name="Lucas Rios" userId="b55e9a44c6326244" providerId="LiveId" clId="{C341934D-E88C-4EA1-B222-2AF0679781E8}" dt="2026-02-08T16:09:54.265" v="451" actId="20577"/>
          <ac:spMkLst>
            <pc:docMk/>
            <pc:sldMk cId="2121178069" sldId="266"/>
            <ac:spMk id="4" creationId="{A112B089-A8F9-45B1-BE6E-EAC10163F082}"/>
          </ac:spMkLst>
        </pc:spChg>
        <pc:spChg chg="mod">
          <ac:chgData name="Lucas Rios" userId="b55e9a44c6326244" providerId="LiveId" clId="{C341934D-E88C-4EA1-B222-2AF0679781E8}" dt="2026-02-08T15:42:19.100" v="274" actId="242"/>
          <ac:spMkLst>
            <pc:docMk/>
            <pc:sldMk cId="2121178069" sldId="266"/>
            <ac:spMk id="5" creationId="{CF515C5D-2CDB-4E66-B2B8-1451BC44247F}"/>
          </ac:spMkLst>
        </pc:spChg>
        <pc:spChg chg="mod">
          <ac:chgData name="Lucas Rios" userId="b55e9a44c6326244" providerId="LiveId" clId="{C341934D-E88C-4EA1-B222-2AF0679781E8}" dt="2026-02-08T15:42:16.242" v="273" actId="242"/>
          <ac:spMkLst>
            <pc:docMk/>
            <pc:sldMk cId="2121178069" sldId="266"/>
            <ac:spMk id="6" creationId="{0FE22F9B-4BF8-41DC-8F1C-836B546E59AD}"/>
          </ac:spMkLst>
        </pc:spChg>
        <pc:spChg chg="mod">
          <ac:chgData name="Lucas Rios" userId="b55e9a44c6326244" providerId="LiveId" clId="{C341934D-E88C-4EA1-B222-2AF0679781E8}" dt="2026-02-08T15:41:26.763" v="266" actId="20577"/>
          <ac:spMkLst>
            <pc:docMk/>
            <pc:sldMk cId="2121178069" sldId="266"/>
            <ac:spMk id="7" creationId="{6B35F89A-6CDF-41F7-BD87-18B45BD7330B}"/>
          </ac:spMkLst>
        </pc:spChg>
        <pc:spChg chg="mod">
          <ac:chgData name="Lucas Rios" userId="b55e9a44c6326244" providerId="LiveId" clId="{C341934D-E88C-4EA1-B222-2AF0679781E8}" dt="2026-02-08T15:42:02.971" v="271" actId="27636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Lucas Rios" userId="b55e9a44c6326244" providerId="LiveId" clId="{C341934D-E88C-4EA1-B222-2AF0679781E8}" dt="2026-02-08T15:47:46.996" v="276" actId="478"/>
          <ac:spMkLst>
            <pc:docMk/>
            <pc:sldMk cId="2121178069" sldId="266"/>
            <ac:spMk id="9" creationId="{7B78F7A0-88C5-4940-B21C-099F472F39F9}"/>
          </ac:spMkLst>
        </pc:spChg>
        <pc:spChg chg="del">
          <ac:chgData name="Lucas Rios" userId="b55e9a44c6326244" providerId="LiveId" clId="{C341934D-E88C-4EA1-B222-2AF0679781E8}" dt="2026-02-08T15:47:45.325" v="275" actId="478"/>
          <ac:spMkLst>
            <pc:docMk/>
            <pc:sldMk cId="2121178069" sldId="266"/>
            <ac:spMk id="10" creationId="{D2186069-FC8E-433D-9BB4-942220CE8CFB}"/>
          </ac:spMkLst>
        </pc:spChg>
      </pc:sldChg>
      <pc:sldChg chg="del">
        <pc:chgData name="Lucas Rios" userId="b55e9a44c6326244" providerId="LiveId" clId="{C341934D-E88C-4EA1-B222-2AF0679781E8}" dt="2026-02-08T18:04:36.068" v="1151" actId="47"/>
        <pc:sldMkLst>
          <pc:docMk/>
          <pc:sldMk cId="4151694508" sldId="268"/>
        </pc:sldMkLst>
      </pc:sldChg>
      <pc:sldChg chg="del">
        <pc:chgData name="Lucas Rios" userId="b55e9a44c6326244" providerId="LiveId" clId="{C341934D-E88C-4EA1-B222-2AF0679781E8}" dt="2026-02-08T18:04:37.325" v="1153" actId="47"/>
        <pc:sldMkLst>
          <pc:docMk/>
          <pc:sldMk cId="1472106130" sldId="270"/>
        </pc:sldMkLst>
      </pc:sldChg>
      <pc:sldChg chg="del">
        <pc:chgData name="Lucas Rios" userId="b55e9a44c6326244" providerId="LiveId" clId="{C341934D-E88C-4EA1-B222-2AF0679781E8}" dt="2026-02-08T18:04:42.845" v="1160" actId="47"/>
        <pc:sldMkLst>
          <pc:docMk/>
          <pc:sldMk cId="920173932" sldId="275"/>
        </pc:sldMkLst>
      </pc:sldChg>
      <pc:sldChg chg="addSp delSp modSp mod">
        <pc:chgData name="Lucas Rios" userId="b55e9a44c6326244" providerId="LiveId" clId="{C341934D-E88C-4EA1-B222-2AF0679781E8}" dt="2026-02-08T18:04:54.061" v="1164" actId="478"/>
        <pc:sldMkLst>
          <pc:docMk/>
          <pc:sldMk cId="2436493926" sldId="276"/>
        </pc:sldMkLst>
        <pc:spChg chg="del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2" creationId="{BCCAEE93-8585-46D4-A7EC-F184E317CB2E}"/>
          </ac:spMkLst>
        </pc:spChg>
        <pc:spChg chg="del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3" creationId="{24AFFC60-19C3-4901-93F7-7AAF4C09F8C6}"/>
          </ac:spMkLst>
        </pc:spChg>
        <pc:spChg chg="del">
          <ac:chgData name="Lucas Rios" userId="b55e9a44c6326244" providerId="LiveId" clId="{C341934D-E88C-4EA1-B222-2AF0679781E8}" dt="2026-02-08T18:04:52.737" v="1163" actId="478"/>
          <ac:spMkLst>
            <pc:docMk/>
            <pc:sldMk cId="2436493926" sldId="276"/>
            <ac:spMk id="4" creationId="{72DA7980-C870-4C9A-84FA-4120D8AF5DE8}"/>
          </ac:spMkLst>
        </pc:spChg>
        <pc:spChg chg="del">
          <ac:chgData name="Lucas Rios" userId="b55e9a44c6326244" providerId="LiveId" clId="{C341934D-E88C-4EA1-B222-2AF0679781E8}" dt="2026-02-08T18:04:54.061" v="1164" actId="478"/>
          <ac:spMkLst>
            <pc:docMk/>
            <pc:sldMk cId="2436493926" sldId="276"/>
            <ac:spMk id="5" creationId="{0DFADE42-1A3F-40C8-A071-E57644F3D843}"/>
          </ac:spMkLst>
        </pc:spChg>
        <pc:spChg chg="add mod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8" creationId="{3FEE16FE-42BD-2705-84B0-117D39699AFE}"/>
          </ac:spMkLst>
        </pc:spChg>
        <pc:spChg chg="add mod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10" creationId="{FD4B030A-025E-AB8B-F0CA-DE1F0D3C3FAD}"/>
          </ac:spMkLst>
        </pc:spChg>
      </pc:sldChg>
      <pc:sldChg chg="delSp modSp mod">
        <pc:chgData name="Lucas Rios" userId="b55e9a44c6326244" providerId="LiveId" clId="{C341934D-E88C-4EA1-B222-2AF0679781E8}" dt="2026-02-08T18:04:05.728" v="1139" actId="478"/>
        <pc:sldMkLst>
          <pc:docMk/>
          <pc:sldMk cId="2243494996" sldId="277"/>
        </pc:sldMkLst>
        <pc:spChg chg="mod">
          <ac:chgData name="Lucas Rios" userId="b55e9a44c6326244" providerId="LiveId" clId="{C341934D-E88C-4EA1-B222-2AF0679781E8}" dt="2026-02-08T17:58:10.680" v="959" actId="20577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Lucas Rios" userId="b55e9a44c6326244" providerId="LiveId" clId="{C341934D-E88C-4EA1-B222-2AF0679781E8}" dt="2026-02-08T18:04:00.280" v="1137" actId="20577"/>
          <ac:spMkLst>
            <pc:docMk/>
            <pc:sldMk cId="2243494996" sldId="277"/>
            <ac:spMk id="3" creationId="{35E3EA69-4E0E-41BD-8095-A124225A2647}"/>
          </ac:spMkLst>
        </pc:spChg>
        <pc:spChg chg="del">
          <ac:chgData name="Lucas Rios" userId="b55e9a44c6326244" providerId="LiveId" clId="{C341934D-E88C-4EA1-B222-2AF0679781E8}" dt="2026-02-08T18:04:03.032" v="1138" actId="478"/>
          <ac:spMkLst>
            <pc:docMk/>
            <pc:sldMk cId="2243494996" sldId="277"/>
            <ac:spMk id="5" creationId="{AF29EA23-F34E-486A-B8B2-0C3019266975}"/>
          </ac:spMkLst>
        </pc:spChg>
        <pc:spChg chg="del">
          <ac:chgData name="Lucas Rios" userId="b55e9a44c6326244" providerId="LiveId" clId="{C341934D-E88C-4EA1-B222-2AF0679781E8}" dt="2026-02-08T18:04:05.728" v="1139" actId="478"/>
          <ac:spMkLst>
            <pc:docMk/>
            <pc:sldMk cId="2243494996" sldId="277"/>
            <ac:spMk id="6" creationId="{B69DF042-37C5-4E09-AA4C-AA66649C9533}"/>
          </ac:spMkLst>
        </pc:spChg>
      </pc:sldChg>
      <pc:sldChg chg="del">
        <pc:chgData name="Lucas Rios" userId="b55e9a44c6326244" providerId="LiveId" clId="{C341934D-E88C-4EA1-B222-2AF0679781E8}" dt="2026-02-08T18:04:34.788" v="1150" actId="47"/>
        <pc:sldMkLst>
          <pc:docMk/>
          <pc:sldMk cId="2069393026" sldId="278"/>
        </pc:sldMkLst>
      </pc:sldChg>
      <pc:sldChg chg="del">
        <pc:chgData name="Lucas Rios" userId="b55e9a44c6326244" providerId="LiveId" clId="{C341934D-E88C-4EA1-B222-2AF0679781E8}" dt="2026-02-08T18:04:36.693" v="1152" actId="47"/>
        <pc:sldMkLst>
          <pc:docMk/>
          <pc:sldMk cId="1417396711" sldId="280"/>
        </pc:sldMkLst>
      </pc:sldChg>
      <pc:sldChg chg="del">
        <pc:chgData name="Lucas Rios" userId="b55e9a44c6326244" providerId="LiveId" clId="{C341934D-E88C-4EA1-B222-2AF0679781E8}" dt="2026-02-08T18:04:40.425" v="1157" actId="47"/>
        <pc:sldMkLst>
          <pc:docMk/>
          <pc:sldMk cId="3477453048" sldId="282"/>
        </pc:sldMkLst>
      </pc:sldChg>
      <pc:sldChg chg="del">
        <pc:chgData name="Lucas Rios" userId="b55e9a44c6326244" providerId="LiveId" clId="{C341934D-E88C-4EA1-B222-2AF0679781E8}" dt="2026-02-08T18:04:41.024" v="1158" actId="47"/>
        <pc:sldMkLst>
          <pc:docMk/>
          <pc:sldMk cId="3396266754" sldId="283"/>
        </pc:sldMkLst>
      </pc:sldChg>
      <pc:sldChg chg="del">
        <pc:chgData name="Lucas Rios" userId="b55e9a44c6326244" providerId="LiveId" clId="{C341934D-E88C-4EA1-B222-2AF0679781E8}" dt="2026-02-08T18:04:33.389" v="1148" actId="47"/>
        <pc:sldMkLst>
          <pc:docMk/>
          <pc:sldMk cId="1844941827" sldId="289"/>
        </pc:sldMkLst>
      </pc:sldChg>
      <pc:sldChg chg="del">
        <pc:chgData name="Lucas Rios" userId="b55e9a44c6326244" providerId="LiveId" clId="{C341934D-E88C-4EA1-B222-2AF0679781E8}" dt="2026-02-08T18:04:41.827" v="1159" actId="47"/>
        <pc:sldMkLst>
          <pc:docMk/>
          <pc:sldMk cId="1177824853" sldId="290"/>
        </pc:sldMkLst>
      </pc:sldChg>
      <pc:sldChg chg="addSp delSp modSp mod ord">
        <pc:chgData name="Lucas Rios" userId="b55e9a44c6326244" providerId="LiveId" clId="{C341934D-E88C-4EA1-B222-2AF0679781E8}" dt="2026-02-08T15:57:46.371" v="396" actId="1076"/>
        <pc:sldMkLst>
          <pc:docMk/>
          <pc:sldMk cId="404854312" sldId="292"/>
        </pc:sldMkLst>
        <pc:spChg chg="mod">
          <ac:chgData name="Lucas Rios" userId="b55e9a44c6326244" providerId="LiveId" clId="{C341934D-E88C-4EA1-B222-2AF0679781E8}" dt="2026-02-08T15:48:15.794" v="308" actId="5793"/>
          <ac:spMkLst>
            <pc:docMk/>
            <pc:sldMk cId="404854312" sldId="292"/>
            <ac:spMk id="2" creationId="{5864BC4F-3D59-464A-857E-6F155B368ED7}"/>
          </ac:spMkLst>
        </pc:spChg>
        <pc:spChg chg="add del mod">
          <ac:chgData name="Lucas Rios" userId="b55e9a44c6326244" providerId="LiveId" clId="{C341934D-E88C-4EA1-B222-2AF0679781E8}" dt="2026-02-08T15:49:56.086" v="328" actId="478"/>
          <ac:spMkLst>
            <pc:docMk/>
            <pc:sldMk cId="404854312" sldId="292"/>
            <ac:spMk id="4" creationId="{8F6AFF9C-3C1B-8922-0143-FAD12031CD94}"/>
          </ac:spMkLst>
        </pc:spChg>
        <pc:spChg chg="del">
          <ac:chgData name="Lucas Rios" userId="b55e9a44c6326244" providerId="LiveId" clId="{C341934D-E88C-4EA1-B222-2AF0679781E8}" dt="2026-02-08T15:48:20.050" v="310" actId="478"/>
          <ac:spMkLst>
            <pc:docMk/>
            <pc:sldMk cId="404854312" sldId="292"/>
            <ac:spMk id="5" creationId="{79C22D8C-87A6-47AD-8D29-FBBA539EDBE2}"/>
          </ac:spMkLst>
        </pc:spChg>
        <pc:spChg chg="del">
          <ac:chgData name="Lucas Rios" userId="b55e9a44c6326244" providerId="LiveId" clId="{C341934D-E88C-4EA1-B222-2AF0679781E8}" dt="2026-02-08T15:48:18.655" v="309" actId="478"/>
          <ac:spMkLst>
            <pc:docMk/>
            <pc:sldMk cId="404854312" sldId="292"/>
            <ac:spMk id="6" creationId="{4D346909-C2E0-4F1D-90FC-F5E1D8DFB515}"/>
          </ac:spMkLst>
        </pc:spChg>
        <pc:spChg chg="del">
          <ac:chgData name="Lucas Rios" userId="b55e9a44c6326244" providerId="LiveId" clId="{C341934D-E88C-4EA1-B222-2AF0679781E8}" dt="2026-02-08T15:54:37.679" v="370" actId="478"/>
          <ac:spMkLst>
            <pc:docMk/>
            <pc:sldMk cId="404854312" sldId="292"/>
            <ac:spMk id="9" creationId="{8C1455DF-5CEC-44A2-A92D-8E901D15B7CC}"/>
          </ac:spMkLst>
        </pc:spChg>
        <pc:spChg chg="del">
          <ac:chgData name="Lucas Rios" userId="b55e9a44c6326244" providerId="LiveId" clId="{C341934D-E88C-4EA1-B222-2AF0679781E8}" dt="2026-02-08T15:56:21.086" v="378" actId="478"/>
          <ac:spMkLst>
            <pc:docMk/>
            <pc:sldMk cId="404854312" sldId="292"/>
            <ac:spMk id="10" creationId="{7C7E7B18-D05F-4C44-8718-8C671160FC98}"/>
          </ac:spMkLst>
        </pc:spChg>
        <pc:spChg chg="del">
          <ac:chgData name="Lucas Rios" userId="b55e9a44c6326244" providerId="LiveId" clId="{C341934D-E88C-4EA1-B222-2AF0679781E8}" dt="2026-02-08T15:57:13.681" v="387" actId="478"/>
          <ac:spMkLst>
            <pc:docMk/>
            <pc:sldMk cId="404854312" sldId="292"/>
            <ac:spMk id="11" creationId="{C4EAD5C6-02F0-4D27-8D85-1BD5EA833D6F}"/>
          </ac:spMkLst>
        </pc:spChg>
        <pc:spChg chg="add del mod">
          <ac:chgData name="Lucas Rios" userId="b55e9a44c6326244" providerId="LiveId" clId="{C341934D-E88C-4EA1-B222-2AF0679781E8}" dt="2026-02-08T15:49:57.855" v="329" actId="478"/>
          <ac:spMkLst>
            <pc:docMk/>
            <pc:sldMk cId="404854312" sldId="292"/>
            <ac:spMk id="12" creationId="{D21AF4E4-5798-33F3-D0EA-C7C55FA11A45}"/>
          </ac:spMkLst>
        </pc:spChg>
        <pc:spChg chg="add mod">
          <ac:chgData name="Lucas Rios" userId="b55e9a44c6326244" providerId="LiveId" clId="{C341934D-E88C-4EA1-B222-2AF0679781E8}" dt="2026-02-08T15:50:57.788" v="345"/>
          <ac:spMkLst>
            <pc:docMk/>
            <pc:sldMk cId="404854312" sldId="292"/>
            <ac:spMk id="13" creationId="{B0BB4962-8F16-D9F1-FDCD-FE0C0AA92C5D}"/>
          </ac:spMkLst>
        </pc:spChg>
        <pc:spChg chg="add mod">
          <ac:chgData name="Lucas Rios" userId="b55e9a44c6326244" providerId="LiveId" clId="{C341934D-E88C-4EA1-B222-2AF0679781E8}" dt="2026-02-08T15:51:14.928" v="350"/>
          <ac:spMkLst>
            <pc:docMk/>
            <pc:sldMk cId="404854312" sldId="292"/>
            <ac:spMk id="14" creationId="{981A72DF-2623-11F3-190E-D44A4BC7B8C1}"/>
          </ac:spMkLst>
        </pc:spChg>
        <pc:spChg chg="add del mod">
          <ac:chgData name="Lucas Rios" userId="b55e9a44c6326244" providerId="LiveId" clId="{C341934D-E88C-4EA1-B222-2AF0679781E8}" dt="2026-02-08T15:54:49.589" v="374" actId="478"/>
          <ac:spMkLst>
            <pc:docMk/>
            <pc:sldMk cId="404854312" sldId="292"/>
            <ac:spMk id="16" creationId="{A89B0152-6644-9FE1-A211-B8AE0EE935AF}"/>
          </ac:spMkLst>
        </pc:spChg>
        <pc:spChg chg="add del mod">
          <ac:chgData name="Lucas Rios" userId="b55e9a44c6326244" providerId="LiveId" clId="{C341934D-E88C-4EA1-B222-2AF0679781E8}" dt="2026-02-08T15:56:23.798" v="379" actId="478"/>
          <ac:spMkLst>
            <pc:docMk/>
            <pc:sldMk cId="404854312" sldId="292"/>
            <ac:spMk id="18" creationId="{3100E6E3-3E03-4969-572E-B44F6AE6A8F0}"/>
          </ac:spMkLst>
        </pc:spChg>
        <pc:spChg chg="mod">
          <ac:chgData name="Lucas Rios" userId="b55e9a44c6326244" providerId="LiveId" clId="{C341934D-E88C-4EA1-B222-2AF0679781E8}" dt="2026-02-08T15:48:27.145" v="311"/>
          <ac:spMkLst>
            <pc:docMk/>
            <pc:sldMk cId="404854312" sldId="292"/>
            <ac:spMk id="19" creationId="{791D6145-F7F7-43DE-A16B-BF4F9607D4E8}"/>
          </ac:spMkLst>
        </pc:spChg>
        <pc:spChg chg="mod">
          <ac:chgData name="Lucas Rios" userId="b55e9a44c6326244" providerId="LiveId" clId="{C341934D-E88C-4EA1-B222-2AF0679781E8}" dt="2026-02-08T15:48:32.386" v="312"/>
          <ac:spMkLst>
            <pc:docMk/>
            <pc:sldMk cId="404854312" sldId="292"/>
            <ac:spMk id="20" creationId="{BC46925A-8382-42EB-891C-DBB4EAAA33F8}"/>
          </ac:spMkLst>
        </pc:spChg>
        <pc:spChg chg="mod">
          <ac:chgData name="Lucas Rios" userId="b55e9a44c6326244" providerId="LiveId" clId="{C341934D-E88C-4EA1-B222-2AF0679781E8}" dt="2026-02-08T15:48:40.545" v="313"/>
          <ac:spMkLst>
            <pc:docMk/>
            <pc:sldMk cId="404854312" sldId="292"/>
            <ac:spMk id="21" creationId="{318AFADE-B54F-4988-8000-B9336A395336}"/>
          </ac:spMkLst>
        </pc:spChg>
        <pc:spChg chg="mod">
          <ac:chgData name="Lucas Rios" userId="b55e9a44c6326244" providerId="LiveId" clId="{C341934D-E88C-4EA1-B222-2AF0679781E8}" dt="2026-02-08T15:49:36.819" v="323" actId="27636"/>
          <ac:spMkLst>
            <pc:docMk/>
            <pc:sldMk cId="404854312" sldId="292"/>
            <ac:spMk id="22" creationId="{F296843C-0ED0-4314-A6F0-DD60C828DDFB}"/>
          </ac:spMkLst>
        </pc:spChg>
        <pc:spChg chg="del">
          <ac:chgData name="Lucas Rios" userId="b55e9a44c6326244" providerId="LiveId" clId="{C341934D-E88C-4EA1-B222-2AF0679781E8}" dt="2026-02-08T15:49:42.977" v="324" actId="478"/>
          <ac:spMkLst>
            <pc:docMk/>
            <pc:sldMk cId="404854312" sldId="292"/>
            <ac:spMk id="23" creationId="{649BF20C-562E-400E-BEA6-1D5F81F2FE44}"/>
          </ac:spMkLst>
        </pc:spChg>
        <pc:spChg chg="del">
          <ac:chgData name="Lucas Rios" userId="b55e9a44c6326244" providerId="LiveId" clId="{C341934D-E88C-4EA1-B222-2AF0679781E8}" dt="2026-02-08T15:49:45.610" v="325" actId="478"/>
          <ac:spMkLst>
            <pc:docMk/>
            <pc:sldMk cId="404854312" sldId="292"/>
            <ac:spMk id="24" creationId="{5AA25980-D334-4FC0-9091-936E53B8D321}"/>
          </ac:spMkLst>
        </pc:spChg>
        <pc:spChg chg="add del mod">
          <ac:chgData name="Lucas Rios" userId="b55e9a44c6326244" providerId="LiveId" clId="{C341934D-E88C-4EA1-B222-2AF0679781E8}" dt="2026-02-08T15:56:29.568" v="382" actId="478"/>
          <ac:spMkLst>
            <pc:docMk/>
            <pc:sldMk cId="404854312" sldId="292"/>
            <ac:spMk id="25" creationId="{D4182B76-6E53-9084-B5A9-B31EF50C3639}"/>
          </ac:spMkLst>
        </pc:spChg>
        <pc:spChg chg="add del mod">
          <ac:chgData name="Lucas Rios" userId="b55e9a44c6326244" providerId="LiveId" clId="{C341934D-E88C-4EA1-B222-2AF0679781E8}" dt="2026-02-08T15:57:17.675" v="388" actId="478"/>
          <ac:spMkLst>
            <pc:docMk/>
            <pc:sldMk cId="404854312" sldId="292"/>
            <ac:spMk id="27" creationId="{CCFE761E-6B9F-A272-1B1F-59273E585B5E}"/>
          </ac:spMkLst>
        </pc:spChg>
        <pc:picChg chg="add mod">
          <ac:chgData name="Lucas Rios" userId="b55e9a44c6326244" providerId="LiveId" clId="{C341934D-E88C-4EA1-B222-2AF0679781E8}" dt="2026-02-08T15:54:44.972" v="373" actId="14100"/>
          <ac:picMkLst>
            <pc:docMk/>
            <pc:sldMk cId="404854312" sldId="292"/>
            <ac:picMk id="1026" creationId="{0EBFBCD5-1E10-505D-449D-B611217CD70F}"/>
          </ac:picMkLst>
        </pc:picChg>
        <pc:picChg chg="add mod">
          <ac:chgData name="Lucas Rios" userId="b55e9a44c6326244" providerId="LiveId" clId="{C341934D-E88C-4EA1-B222-2AF0679781E8}" dt="2026-02-08T15:55:43.291" v="377" actId="14100"/>
          <ac:picMkLst>
            <pc:docMk/>
            <pc:sldMk cId="404854312" sldId="292"/>
            <ac:picMk id="1028" creationId="{0175932B-D9A2-0872-412B-9FDE7E11091B}"/>
          </ac:picMkLst>
        </pc:picChg>
        <pc:picChg chg="add mod">
          <ac:chgData name="Lucas Rios" userId="b55e9a44c6326244" providerId="LiveId" clId="{C341934D-E88C-4EA1-B222-2AF0679781E8}" dt="2026-02-08T15:56:56.329" v="386" actId="1076"/>
          <ac:picMkLst>
            <pc:docMk/>
            <pc:sldMk cId="404854312" sldId="292"/>
            <ac:picMk id="1032" creationId="{180EF814-E5A3-6D5D-7390-0C1138AE379A}"/>
          </ac:picMkLst>
        </pc:picChg>
        <pc:picChg chg="add mod">
          <ac:chgData name="Lucas Rios" userId="b55e9a44c6326244" providerId="LiveId" clId="{C341934D-E88C-4EA1-B222-2AF0679781E8}" dt="2026-02-08T15:57:46.371" v="396" actId="1076"/>
          <ac:picMkLst>
            <pc:docMk/>
            <pc:sldMk cId="404854312" sldId="292"/>
            <ac:picMk id="1034" creationId="{21A8187E-38F4-BA2D-0841-F25ED88FE65C}"/>
          </ac:picMkLst>
        </pc:picChg>
      </pc:sldChg>
      <pc:sldChg chg="del">
        <pc:chgData name="Lucas Rios" userId="b55e9a44c6326244" providerId="LiveId" clId="{C341934D-E88C-4EA1-B222-2AF0679781E8}" dt="2026-02-08T18:04:38.320" v="1154" actId="47"/>
        <pc:sldMkLst>
          <pc:docMk/>
          <pc:sldMk cId="473871986" sldId="293"/>
        </pc:sldMkLst>
      </pc:sldChg>
      <pc:sldChg chg="del">
        <pc:chgData name="Lucas Rios" userId="b55e9a44c6326244" providerId="LiveId" clId="{C341934D-E88C-4EA1-B222-2AF0679781E8}" dt="2026-02-08T18:04:38.876" v="1155" actId="47"/>
        <pc:sldMkLst>
          <pc:docMk/>
          <pc:sldMk cId="3084972071" sldId="294"/>
        </pc:sldMkLst>
      </pc:sldChg>
      <pc:sldChg chg="addSp modSp mod">
        <pc:chgData name="Lucas Rios" userId="b55e9a44c6326244" providerId="LiveId" clId="{C341934D-E88C-4EA1-B222-2AF0679781E8}" dt="2026-02-08T15:33:26.594" v="224" actId="1076"/>
        <pc:sldMkLst>
          <pc:docMk/>
          <pc:sldMk cId="3274693117" sldId="295"/>
        </pc:sldMkLst>
        <pc:spChg chg="add mod">
          <ac:chgData name="Lucas Rios" userId="b55e9a44c6326244" providerId="LiveId" clId="{C341934D-E88C-4EA1-B222-2AF0679781E8}" dt="2026-02-08T15:31:35.479" v="174"/>
          <ac:spMkLst>
            <pc:docMk/>
            <pc:sldMk cId="3274693117" sldId="295"/>
            <ac:spMk id="2" creationId="{947357DA-0D68-A13E-4921-A54982166CA7}"/>
          </ac:spMkLst>
        </pc:spChg>
        <pc:spChg chg="mod">
          <ac:chgData name="Lucas Rios" userId="b55e9a44c6326244" providerId="LiveId" clId="{C341934D-E88C-4EA1-B222-2AF0679781E8}" dt="2026-02-08T15:30:30.215" v="97"/>
          <ac:spMkLst>
            <pc:docMk/>
            <pc:sldMk cId="3274693117" sldId="295"/>
            <ac:spMk id="3" creationId="{BC735DE3-0CD5-5DE7-9C56-31ED9A09EB44}"/>
          </ac:spMkLst>
        </pc:spChg>
        <pc:spChg chg="mod">
          <ac:chgData name="Lucas Rios" userId="b55e9a44c6326244" providerId="LiveId" clId="{C341934D-E88C-4EA1-B222-2AF0679781E8}" dt="2026-02-08T15:30:36.907" v="98"/>
          <ac:spMkLst>
            <pc:docMk/>
            <pc:sldMk cId="3274693117" sldId="295"/>
            <ac:spMk id="4" creationId="{DB8C2854-E9BD-F5D6-E206-70DA001FD836}"/>
          </ac:spMkLst>
        </pc:spChg>
        <pc:spChg chg="mod">
          <ac:chgData name="Lucas Rios" userId="b55e9a44c6326244" providerId="LiveId" clId="{C341934D-E88C-4EA1-B222-2AF0679781E8}" dt="2026-02-08T15:30:46.706" v="105" actId="20577"/>
          <ac:spMkLst>
            <pc:docMk/>
            <pc:sldMk cId="3274693117" sldId="295"/>
            <ac:spMk id="5" creationId="{7C4CF131-89D5-B529-BE44-0BEFE2A4E100}"/>
          </ac:spMkLst>
        </pc:spChg>
        <pc:spChg chg="mod">
          <ac:chgData name="Lucas Rios" userId="b55e9a44c6326244" providerId="LiveId" clId="{C341934D-E88C-4EA1-B222-2AF0679781E8}" dt="2026-02-08T15:31:01.020" v="115" actId="6549"/>
          <ac:spMkLst>
            <pc:docMk/>
            <pc:sldMk cId="3274693117" sldId="295"/>
            <ac:spMk id="6" creationId="{AA48162C-5965-F726-BF3F-FD4DA5DDA8A5}"/>
          </ac:spMkLst>
        </pc:spChg>
        <pc:spChg chg="mod">
          <ac:chgData name="Lucas Rios" userId="b55e9a44c6326244" providerId="LiveId" clId="{C341934D-E88C-4EA1-B222-2AF0679781E8}" dt="2026-02-08T15:31:57.256" v="175"/>
          <ac:spMkLst>
            <pc:docMk/>
            <pc:sldMk cId="3274693117" sldId="295"/>
            <ac:spMk id="7" creationId="{6849104D-2949-BC97-CFA8-8FAD707AB735}"/>
          </ac:spMkLst>
        </pc:spChg>
        <pc:spChg chg="mod">
          <ac:chgData name="Lucas Rios" userId="b55e9a44c6326244" providerId="LiveId" clId="{C341934D-E88C-4EA1-B222-2AF0679781E8}" dt="2026-02-08T15:32:19.857" v="193" actId="20577"/>
          <ac:spMkLst>
            <pc:docMk/>
            <pc:sldMk cId="3274693117" sldId="295"/>
            <ac:spMk id="8" creationId="{5B933035-E1BB-0F94-4194-106E440CF28F}"/>
          </ac:spMkLst>
        </pc:spChg>
        <pc:spChg chg="mod">
          <ac:chgData name="Lucas Rios" userId="b55e9a44c6326244" providerId="LiveId" clId="{C341934D-E88C-4EA1-B222-2AF0679781E8}" dt="2026-02-08T15:32:32.539" v="195" actId="20577"/>
          <ac:spMkLst>
            <pc:docMk/>
            <pc:sldMk cId="3274693117" sldId="295"/>
            <ac:spMk id="9" creationId="{B5ECC954-4AB5-9302-B0C8-53AD8ACB01DC}"/>
          </ac:spMkLst>
        </pc:spChg>
        <pc:spChg chg="mod">
          <ac:chgData name="Lucas Rios" userId="b55e9a44c6326244" providerId="LiveId" clId="{C341934D-E88C-4EA1-B222-2AF0679781E8}" dt="2026-02-08T15:32:46.831" v="197" actId="20577"/>
          <ac:spMkLst>
            <pc:docMk/>
            <pc:sldMk cId="3274693117" sldId="295"/>
            <ac:spMk id="10" creationId="{4BCD2B97-3A64-35A7-A457-55F70C97933E}"/>
          </ac:spMkLst>
        </pc:spChg>
        <pc:spChg chg="add mod">
          <ac:chgData name="Lucas Rios" userId="b55e9a44c6326244" providerId="LiveId" clId="{C341934D-E88C-4EA1-B222-2AF0679781E8}" dt="2026-02-08T15:33:26.594" v="224" actId="1076"/>
          <ac:spMkLst>
            <pc:docMk/>
            <pc:sldMk cId="3274693117" sldId="295"/>
            <ac:spMk id="11" creationId="{19E75CD5-9593-37B2-7722-41A4FEB99D67}"/>
          </ac:spMkLst>
        </pc:spChg>
        <pc:picChg chg="add mod">
          <ac:chgData name="Lucas Rios" userId="b55e9a44c6326244" providerId="LiveId" clId="{C341934D-E88C-4EA1-B222-2AF0679781E8}" dt="2026-02-08T15:33:18.205" v="223" actId="1036"/>
          <ac:picMkLst>
            <pc:docMk/>
            <pc:sldMk cId="3274693117" sldId="295"/>
            <ac:picMk id="12" creationId="{6718CBA3-7ACB-019A-52C4-E1F80FA3FE53}"/>
          </ac:picMkLst>
        </pc:picChg>
      </pc:sldChg>
      <pc:sldChg chg="addSp delSp modSp add mod">
        <pc:chgData name="Lucas Rios" userId="b55e9a44c6326244" providerId="LiveId" clId="{C341934D-E88C-4EA1-B222-2AF0679781E8}" dt="2026-02-08T16:03:27.587" v="436" actId="1076"/>
        <pc:sldMkLst>
          <pc:docMk/>
          <pc:sldMk cId="4068031166" sldId="296"/>
        </pc:sldMkLst>
        <pc:spChg chg="add del mod">
          <ac:chgData name="Lucas Rios" userId="b55e9a44c6326244" providerId="LiveId" clId="{C341934D-E88C-4EA1-B222-2AF0679781E8}" dt="2026-02-08T15:59:55.821" v="398" actId="478"/>
          <ac:spMkLst>
            <pc:docMk/>
            <pc:sldMk cId="4068031166" sldId="296"/>
            <ac:spMk id="4" creationId="{9213E9BA-D01A-EF1B-B212-DF24FF8AA3AB}"/>
          </ac:spMkLst>
        </pc:spChg>
        <pc:spChg chg="add">
          <ac:chgData name="Lucas Rios" userId="b55e9a44c6326244" providerId="LiveId" clId="{C341934D-E88C-4EA1-B222-2AF0679781E8}" dt="2026-02-08T15:59:59.588" v="399"/>
          <ac:spMkLst>
            <pc:docMk/>
            <pc:sldMk cId="4068031166" sldId="296"/>
            <ac:spMk id="5" creationId="{CC7468B8-9FF7-59D1-B6A0-6614B7C0DF50}"/>
          </ac:spMkLst>
        </pc:spChg>
        <pc:spChg chg="add">
          <ac:chgData name="Lucas Rios" userId="b55e9a44c6326244" providerId="LiveId" clId="{C341934D-E88C-4EA1-B222-2AF0679781E8}" dt="2026-02-08T16:00:06.039" v="400"/>
          <ac:spMkLst>
            <pc:docMk/>
            <pc:sldMk cId="4068031166" sldId="296"/>
            <ac:spMk id="6" creationId="{80DE375F-4C0C-2DBB-00DC-136FB7F6F6C5}"/>
          </ac:spMkLst>
        </pc:spChg>
        <pc:spChg chg="add del mod">
          <ac:chgData name="Lucas Rios" userId="b55e9a44c6326244" providerId="LiveId" clId="{C341934D-E88C-4EA1-B222-2AF0679781E8}" dt="2026-02-08T16:00:16.360" v="403" actId="478"/>
          <ac:spMkLst>
            <pc:docMk/>
            <pc:sldMk cId="4068031166" sldId="296"/>
            <ac:spMk id="8" creationId="{5C3C2F45-DF9B-3293-C337-E3EF174FD893}"/>
          </ac:spMkLst>
        </pc:spChg>
        <pc:spChg chg="del">
          <ac:chgData name="Lucas Rios" userId="b55e9a44c6326244" providerId="LiveId" clId="{C341934D-E88C-4EA1-B222-2AF0679781E8}" dt="2026-02-08T15:57:50.961" v="397" actId="478"/>
          <ac:spMkLst>
            <pc:docMk/>
            <pc:sldMk cId="4068031166" sldId="296"/>
            <ac:spMk id="9" creationId="{E5D5A37B-4FA1-0FCC-41DD-DCC2FE8DD12D}"/>
          </ac:spMkLst>
        </pc:spChg>
        <pc:spChg chg="del">
          <ac:chgData name="Lucas Rios" userId="b55e9a44c6326244" providerId="LiveId" clId="{C341934D-E88C-4EA1-B222-2AF0679781E8}" dt="2026-02-08T16:01:41.619" v="416" actId="478"/>
          <ac:spMkLst>
            <pc:docMk/>
            <pc:sldMk cId="4068031166" sldId="296"/>
            <ac:spMk id="10" creationId="{F8789CCF-BA04-67A9-27F5-0FEF46A96748}"/>
          </ac:spMkLst>
        </pc:spChg>
        <pc:spChg chg="del">
          <ac:chgData name="Lucas Rios" userId="b55e9a44c6326244" providerId="LiveId" clId="{C341934D-E88C-4EA1-B222-2AF0679781E8}" dt="2026-02-08T16:02:12.289" v="425" actId="478"/>
          <ac:spMkLst>
            <pc:docMk/>
            <pc:sldMk cId="4068031166" sldId="296"/>
            <ac:spMk id="11" creationId="{B6025764-B472-F861-5422-058F450DF255}"/>
          </ac:spMkLst>
        </pc:spChg>
        <pc:spChg chg="add">
          <ac:chgData name="Lucas Rios" userId="b55e9a44c6326244" providerId="LiveId" clId="{C341934D-E88C-4EA1-B222-2AF0679781E8}" dt="2026-02-08T16:00:19.999" v="404"/>
          <ac:spMkLst>
            <pc:docMk/>
            <pc:sldMk cId="4068031166" sldId="296"/>
            <ac:spMk id="12" creationId="{65DA9CAA-2AB0-646C-92CF-1ACDC2275B0B}"/>
          </ac:spMkLst>
        </pc:spChg>
        <pc:spChg chg="mod">
          <ac:chgData name="Lucas Rios" userId="b55e9a44c6326244" providerId="LiveId" clId="{C341934D-E88C-4EA1-B222-2AF0679781E8}" dt="2026-02-08T15:52:47.870" v="368"/>
          <ac:spMkLst>
            <pc:docMk/>
            <pc:sldMk cId="4068031166" sldId="296"/>
            <ac:spMk id="13" creationId="{2818C383-F62F-13FF-29F0-453B10CFE631}"/>
          </ac:spMkLst>
        </pc:spChg>
        <pc:spChg chg="mod">
          <ac:chgData name="Lucas Rios" userId="b55e9a44c6326244" providerId="LiveId" clId="{C341934D-E88C-4EA1-B222-2AF0679781E8}" dt="2026-02-08T15:52:54.102" v="369"/>
          <ac:spMkLst>
            <pc:docMk/>
            <pc:sldMk cId="4068031166" sldId="296"/>
            <ac:spMk id="14" creationId="{4DBD5B82-149B-FCFF-27BA-A12449D053A4}"/>
          </ac:spMkLst>
        </pc:spChg>
        <pc:spChg chg="add del mod">
          <ac:chgData name="Lucas Rios" userId="b55e9a44c6326244" providerId="LiveId" clId="{C341934D-E88C-4EA1-B222-2AF0679781E8}" dt="2026-02-08T16:01:43.264" v="417" actId="478"/>
          <ac:spMkLst>
            <pc:docMk/>
            <pc:sldMk cId="4068031166" sldId="296"/>
            <ac:spMk id="16" creationId="{C75A70A5-4D4D-BAD4-435F-007C79197C35}"/>
          </ac:spMkLst>
        </pc:spChg>
        <pc:spChg chg="add del mod">
          <ac:chgData name="Lucas Rios" userId="b55e9a44c6326244" providerId="LiveId" clId="{C341934D-E88C-4EA1-B222-2AF0679781E8}" dt="2026-02-08T16:02:15.538" v="426" actId="478"/>
          <ac:spMkLst>
            <pc:docMk/>
            <pc:sldMk cId="4068031166" sldId="296"/>
            <ac:spMk id="18" creationId="{67173743-EAC2-E98D-5EF6-A01EE76208FB}"/>
          </ac:spMkLst>
        </pc:spChg>
        <pc:spChg chg="mod">
          <ac:chgData name="Lucas Rios" userId="b55e9a44c6326244" providerId="LiveId" clId="{C341934D-E88C-4EA1-B222-2AF0679781E8}" dt="2026-02-08T15:51:45.633" v="352"/>
          <ac:spMkLst>
            <pc:docMk/>
            <pc:sldMk cId="4068031166" sldId="296"/>
            <ac:spMk id="19" creationId="{9A42C01E-0491-E397-3C6E-7E5A863A9CDF}"/>
          </ac:spMkLst>
        </pc:spChg>
        <pc:spChg chg="mod">
          <ac:chgData name="Lucas Rios" userId="b55e9a44c6326244" providerId="LiveId" clId="{C341934D-E88C-4EA1-B222-2AF0679781E8}" dt="2026-02-08T15:51:51.776" v="353"/>
          <ac:spMkLst>
            <pc:docMk/>
            <pc:sldMk cId="4068031166" sldId="296"/>
            <ac:spMk id="20" creationId="{3E34F784-CFE5-7DFC-E8D7-73F1FAE9D374}"/>
          </ac:spMkLst>
        </pc:spChg>
        <pc:spChg chg="mod">
          <ac:chgData name="Lucas Rios" userId="b55e9a44c6326244" providerId="LiveId" clId="{C341934D-E88C-4EA1-B222-2AF0679781E8}" dt="2026-02-08T15:51:55.097" v="354"/>
          <ac:spMkLst>
            <pc:docMk/>
            <pc:sldMk cId="4068031166" sldId="296"/>
            <ac:spMk id="21" creationId="{361EF478-64CD-5166-0F0F-3BFAE165A38D}"/>
          </ac:spMkLst>
        </pc:spChg>
        <pc:spChg chg="mod">
          <ac:chgData name="Lucas Rios" userId="b55e9a44c6326244" providerId="LiveId" clId="{C341934D-E88C-4EA1-B222-2AF0679781E8}" dt="2026-02-08T15:52:42.424" v="367"/>
          <ac:spMkLst>
            <pc:docMk/>
            <pc:sldMk cId="4068031166" sldId="296"/>
            <ac:spMk id="22" creationId="{3A6F64A8-2D8C-0690-1078-5F7166C8ADCC}"/>
          </ac:spMkLst>
        </pc:spChg>
        <pc:spChg chg="add">
          <ac:chgData name="Lucas Rios" userId="b55e9a44c6326244" providerId="LiveId" clId="{C341934D-E88C-4EA1-B222-2AF0679781E8}" dt="2026-02-08T16:02:26.921" v="427"/>
          <ac:spMkLst>
            <pc:docMk/>
            <pc:sldMk cId="4068031166" sldId="296"/>
            <ac:spMk id="23" creationId="{2FA1454B-48AA-5AB4-493B-4CA1FC383BB8}"/>
          </ac:spMkLst>
        </pc:spChg>
        <pc:spChg chg="add">
          <ac:chgData name="Lucas Rios" userId="b55e9a44c6326244" providerId="LiveId" clId="{C341934D-E88C-4EA1-B222-2AF0679781E8}" dt="2026-02-08T16:02:28.597" v="428"/>
          <ac:spMkLst>
            <pc:docMk/>
            <pc:sldMk cId="4068031166" sldId="296"/>
            <ac:spMk id="24" creationId="{E6B7A9C5-C153-1B54-0B1B-95FFC1386F20}"/>
          </ac:spMkLst>
        </pc:spChg>
        <pc:picChg chg="add mod">
          <ac:chgData name="Lucas Rios" userId="b55e9a44c6326244" providerId="LiveId" clId="{C341934D-E88C-4EA1-B222-2AF0679781E8}" dt="2026-02-08T16:00:47.114" v="407" actId="1076"/>
          <ac:picMkLst>
            <pc:docMk/>
            <pc:sldMk cId="4068031166" sldId="296"/>
            <ac:picMk id="2058" creationId="{C4194092-D160-A66D-72BC-4941F903FF92}"/>
          </ac:picMkLst>
        </pc:picChg>
        <pc:picChg chg="add mod">
          <ac:chgData name="Lucas Rios" userId="b55e9a44c6326244" providerId="LiveId" clId="{C341934D-E88C-4EA1-B222-2AF0679781E8}" dt="2026-02-08T16:01:22.529" v="415" actId="1076"/>
          <ac:picMkLst>
            <pc:docMk/>
            <pc:sldMk cId="4068031166" sldId="296"/>
            <ac:picMk id="2060" creationId="{B418A16D-4EF9-2A13-4244-4D8946043133}"/>
          </ac:picMkLst>
        </pc:picChg>
        <pc:picChg chg="add mod">
          <ac:chgData name="Lucas Rios" userId="b55e9a44c6326244" providerId="LiveId" clId="{C341934D-E88C-4EA1-B222-2AF0679781E8}" dt="2026-02-08T16:02:08.402" v="424" actId="1076"/>
          <ac:picMkLst>
            <pc:docMk/>
            <pc:sldMk cId="4068031166" sldId="296"/>
            <ac:picMk id="2062" creationId="{AEAA40DF-2BA3-AF65-57CC-56603DBE7B93}"/>
          </ac:picMkLst>
        </pc:picChg>
        <pc:picChg chg="add mod">
          <ac:chgData name="Lucas Rios" userId="b55e9a44c6326244" providerId="LiveId" clId="{C341934D-E88C-4EA1-B222-2AF0679781E8}" dt="2026-02-08T16:03:27.587" v="436" actId="1076"/>
          <ac:picMkLst>
            <pc:docMk/>
            <pc:sldMk cId="4068031166" sldId="296"/>
            <ac:picMk id="2068" creationId="{EDD2C2EC-0F75-F87E-AADD-87200CD377AC}"/>
          </ac:picMkLst>
        </pc:picChg>
      </pc:sldChg>
      <pc:sldChg chg="addSp delSp modSp add mod ord">
        <pc:chgData name="Lucas Rios" userId="b55e9a44c6326244" providerId="LiveId" clId="{C341934D-E88C-4EA1-B222-2AF0679781E8}" dt="2026-02-08T17:47:45.408" v="770" actId="14100"/>
        <pc:sldMkLst>
          <pc:docMk/>
          <pc:sldMk cId="177298050" sldId="297"/>
        </pc:sldMkLst>
        <pc:spChg chg="mod">
          <ac:chgData name="Lucas Rios" userId="b55e9a44c6326244" providerId="LiveId" clId="{C341934D-E88C-4EA1-B222-2AF0679781E8}" dt="2026-02-08T16:33:28.097" v="507" actId="20577"/>
          <ac:spMkLst>
            <pc:docMk/>
            <pc:sldMk cId="177298050" sldId="297"/>
            <ac:spMk id="2" creationId="{57B5062C-DC1A-DDD0-95E9-D984A0FFBEE7}"/>
          </ac:spMkLst>
        </pc:spChg>
        <pc:spChg chg="del">
          <ac:chgData name="Lucas Rios" userId="b55e9a44c6326244" providerId="LiveId" clId="{C341934D-E88C-4EA1-B222-2AF0679781E8}" dt="2026-02-08T16:33:39.118" v="514" actId="478"/>
          <ac:spMkLst>
            <pc:docMk/>
            <pc:sldMk cId="177298050" sldId="297"/>
            <ac:spMk id="3" creationId="{D2720420-A821-60BD-CE2C-2F7B2B6E919F}"/>
          </ac:spMkLst>
        </pc:spChg>
        <pc:spChg chg="del">
          <ac:chgData name="Lucas Rios" userId="b55e9a44c6326244" providerId="LiveId" clId="{C341934D-E88C-4EA1-B222-2AF0679781E8}" dt="2026-02-08T16:33:34.661" v="510" actId="478"/>
          <ac:spMkLst>
            <pc:docMk/>
            <pc:sldMk cId="177298050" sldId="297"/>
            <ac:spMk id="4" creationId="{DE0EF09A-96FB-8CCA-4C32-1681FAD074C9}"/>
          </ac:spMkLst>
        </pc:spChg>
        <pc:spChg chg="del">
          <ac:chgData name="Lucas Rios" userId="b55e9a44c6326244" providerId="LiveId" clId="{C341934D-E88C-4EA1-B222-2AF0679781E8}" dt="2026-02-08T16:33:41.591" v="516" actId="478"/>
          <ac:spMkLst>
            <pc:docMk/>
            <pc:sldMk cId="177298050" sldId="297"/>
            <ac:spMk id="5" creationId="{EE6066D7-DE3D-9C09-F94E-90FB6299D770}"/>
          </ac:spMkLst>
        </pc:spChg>
        <pc:spChg chg="del">
          <ac:chgData name="Lucas Rios" userId="b55e9a44c6326244" providerId="LiveId" clId="{C341934D-E88C-4EA1-B222-2AF0679781E8}" dt="2026-02-08T16:33:31.934" v="508" actId="478"/>
          <ac:spMkLst>
            <pc:docMk/>
            <pc:sldMk cId="177298050" sldId="297"/>
            <ac:spMk id="6" creationId="{BE8C0EC4-2AFA-D4E7-E785-90261491A15E}"/>
          </ac:spMkLst>
        </pc:spChg>
        <pc:spChg chg="del">
          <ac:chgData name="Lucas Rios" userId="b55e9a44c6326244" providerId="LiveId" clId="{C341934D-E88C-4EA1-B222-2AF0679781E8}" dt="2026-02-08T16:33:36.740" v="512" actId="478"/>
          <ac:spMkLst>
            <pc:docMk/>
            <pc:sldMk cId="177298050" sldId="297"/>
            <ac:spMk id="7" creationId="{2EEC3D74-3DA6-2CBE-8904-4E2E5C6167BE}"/>
          </ac:spMkLst>
        </pc:spChg>
        <pc:spChg chg="del">
          <ac:chgData name="Lucas Rios" userId="b55e9a44c6326244" providerId="LiveId" clId="{C341934D-E88C-4EA1-B222-2AF0679781E8}" dt="2026-02-08T16:33:42.902" v="517" actId="478"/>
          <ac:spMkLst>
            <pc:docMk/>
            <pc:sldMk cId="177298050" sldId="297"/>
            <ac:spMk id="8" creationId="{E924098E-2389-9051-3069-23E26C325D72}"/>
          </ac:spMkLst>
        </pc:spChg>
        <pc:spChg chg="add del mod">
          <ac:chgData name="Lucas Rios" userId="b55e9a44c6326244" providerId="LiveId" clId="{C341934D-E88C-4EA1-B222-2AF0679781E8}" dt="2026-02-08T16:33:33.524" v="509" actId="478"/>
          <ac:spMkLst>
            <pc:docMk/>
            <pc:sldMk cId="177298050" sldId="297"/>
            <ac:spMk id="10" creationId="{EDC92E3C-2AC6-6C9E-2875-C28C1F3A8B49}"/>
          </ac:spMkLst>
        </pc:spChg>
        <pc:spChg chg="add del mod">
          <ac:chgData name="Lucas Rios" userId="b55e9a44c6326244" providerId="LiveId" clId="{C341934D-E88C-4EA1-B222-2AF0679781E8}" dt="2026-02-08T16:33:35.578" v="511" actId="478"/>
          <ac:spMkLst>
            <pc:docMk/>
            <pc:sldMk cId="177298050" sldId="297"/>
            <ac:spMk id="13" creationId="{A349A30D-76E8-1ED6-C59B-5EA2D12B8C10}"/>
          </ac:spMkLst>
        </pc:spChg>
        <pc:spChg chg="add del mod">
          <ac:chgData name="Lucas Rios" userId="b55e9a44c6326244" providerId="LiveId" clId="{C341934D-E88C-4EA1-B222-2AF0679781E8}" dt="2026-02-08T16:33:38.113" v="513" actId="478"/>
          <ac:spMkLst>
            <pc:docMk/>
            <pc:sldMk cId="177298050" sldId="297"/>
            <ac:spMk id="15" creationId="{02C6B1E2-8AC8-571E-9725-27732F1EA4DA}"/>
          </ac:spMkLst>
        </pc:spChg>
        <pc:spChg chg="add del mod">
          <ac:chgData name="Lucas Rios" userId="b55e9a44c6326244" providerId="LiveId" clId="{C341934D-E88C-4EA1-B222-2AF0679781E8}" dt="2026-02-08T16:33:40.433" v="515" actId="478"/>
          <ac:spMkLst>
            <pc:docMk/>
            <pc:sldMk cId="177298050" sldId="297"/>
            <ac:spMk id="17" creationId="{2614C303-A9B0-ABCE-3F6B-5D41EDD97698}"/>
          </ac:spMkLst>
        </pc:spChg>
        <pc:spChg chg="add del mod">
          <ac:chgData name="Lucas Rios" userId="b55e9a44c6326244" providerId="LiveId" clId="{C341934D-E88C-4EA1-B222-2AF0679781E8}" dt="2026-02-08T16:33:45.045" v="519" actId="478"/>
          <ac:spMkLst>
            <pc:docMk/>
            <pc:sldMk cId="177298050" sldId="297"/>
            <ac:spMk id="19" creationId="{EAB9DB67-ABDF-9618-3D33-DF9F98954159}"/>
          </ac:spMkLst>
        </pc:spChg>
        <pc:spChg chg="add del mod">
          <ac:chgData name="Lucas Rios" userId="b55e9a44c6326244" providerId="LiveId" clId="{C341934D-E88C-4EA1-B222-2AF0679781E8}" dt="2026-02-08T16:33:43.978" v="518" actId="478"/>
          <ac:spMkLst>
            <pc:docMk/>
            <pc:sldMk cId="177298050" sldId="297"/>
            <ac:spMk id="21" creationId="{C78DDCB1-0FE5-503A-5C07-36A6F4C5F02F}"/>
          </ac:spMkLst>
        </pc:spChg>
        <pc:spChg chg="add mod">
          <ac:chgData name="Lucas Rios" userId="b55e9a44c6326244" providerId="LiveId" clId="{C341934D-E88C-4EA1-B222-2AF0679781E8}" dt="2026-02-08T17:46:43.149" v="757" actId="20577"/>
          <ac:spMkLst>
            <pc:docMk/>
            <pc:sldMk cId="177298050" sldId="297"/>
            <ac:spMk id="22" creationId="{655A2F97-4543-87FF-E372-F35F76026A46}"/>
          </ac:spMkLst>
        </pc:spChg>
        <pc:spChg chg="add mod">
          <ac:chgData name="Lucas Rios" userId="b55e9a44c6326244" providerId="LiveId" clId="{C341934D-E88C-4EA1-B222-2AF0679781E8}" dt="2026-02-08T17:47:45.408" v="770" actId="14100"/>
          <ac:spMkLst>
            <pc:docMk/>
            <pc:sldMk cId="177298050" sldId="297"/>
            <ac:spMk id="23" creationId="{A1958BE7-CDAB-0BD6-1693-963B4DC3BF70}"/>
          </ac:spMkLst>
        </pc:spChg>
        <pc:spChg chg="add">
          <ac:chgData name="Lucas Rios" userId="b55e9a44c6326244" providerId="LiveId" clId="{C341934D-E88C-4EA1-B222-2AF0679781E8}" dt="2026-02-08T17:47:24.082" v="760" actId="11529"/>
          <ac:spMkLst>
            <pc:docMk/>
            <pc:sldMk cId="177298050" sldId="297"/>
            <ac:spMk id="24" creationId="{0937ADDF-8971-C499-878C-B5DCE475F660}"/>
          </ac:spMkLst>
        </pc:spChg>
        <pc:spChg chg="add mod">
          <ac:chgData name="Lucas Rios" userId="b55e9a44c6326244" providerId="LiveId" clId="{C341934D-E88C-4EA1-B222-2AF0679781E8}" dt="2026-02-08T17:47:31.316" v="762" actId="1076"/>
          <ac:spMkLst>
            <pc:docMk/>
            <pc:sldMk cId="177298050" sldId="297"/>
            <ac:spMk id="25" creationId="{75F8656B-9F23-574B-FCE2-990BEF7F81C8}"/>
          </ac:spMkLst>
        </pc:spChg>
        <pc:spChg chg="add mod">
          <ac:chgData name="Lucas Rios" userId="b55e9a44c6326244" providerId="LiveId" clId="{C341934D-E88C-4EA1-B222-2AF0679781E8}" dt="2026-02-08T17:47:41.567" v="769" actId="1036"/>
          <ac:spMkLst>
            <pc:docMk/>
            <pc:sldMk cId="177298050" sldId="297"/>
            <ac:spMk id="26" creationId="{1B45D51B-4AAE-7326-1838-A5BA04E59875}"/>
          </ac:spMkLst>
        </pc:spChg>
      </pc:sldChg>
      <pc:sldChg chg="add del">
        <pc:chgData name="Lucas Rios" userId="b55e9a44c6326244" providerId="LiveId" clId="{C341934D-E88C-4EA1-B222-2AF0679781E8}" dt="2026-02-08T17:52:19.935" v="946" actId="47"/>
        <pc:sldMkLst>
          <pc:docMk/>
          <pc:sldMk cId="1611160296" sldId="298"/>
        </pc:sldMkLst>
      </pc:sldChg>
      <pc:sldChg chg="addSp modSp add mod">
        <pc:chgData name="Lucas Rios" userId="b55e9a44c6326244" providerId="LiveId" clId="{C341934D-E88C-4EA1-B222-2AF0679781E8}" dt="2026-02-08T17:49:45.249" v="824" actId="14100"/>
        <pc:sldMkLst>
          <pc:docMk/>
          <pc:sldMk cId="1274887698" sldId="299"/>
        </pc:sldMkLst>
        <pc:spChg chg="add">
          <ac:chgData name="Lucas Rios" userId="b55e9a44c6326244" providerId="LiveId" clId="{C341934D-E88C-4EA1-B222-2AF0679781E8}" dt="2026-02-08T17:49:33.538" v="819" actId="11529"/>
          <ac:spMkLst>
            <pc:docMk/>
            <pc:sldMk cId="1274887698" sldId="299"/>
            <ac:spMk id="3" creationId="{9249E39D-5E9F-8CE7-6FE8-412607735F69}"/>
          </ac:spMkLst>
        </pc:spChg>
        <pc:spChg chg="add mod">
          <ac:chgData name="Lucas Rios" userId="b55e9a44c6326244" providerId="LiveId" clId="{C341934D-E88C-4EA1-B222-2AF0679781E8}" dt="2026-02-08T17:49:37.604" v="821" actId="1076"/>
          <ac:spMkLst>
            <pc:docMk/>
            <pc:sldMk cId="1274887698" sldId="299"/>
            <ac:spMk id="4" creationId="{9447F69D-67E6-A824-DA87-AB426CAC53DE}"/>
          </ac:spMkLst>
        </pc:spChg>
        <pc:spChg chg="add mod">
          <ac:chgData name="Lucas Rios" userId="b55e9a44c6326244" providerId="LiveId" clId="{C341934D-E88C-4EA1-B222-2AF0679781E8}" dt="2026-02-08T17:49:45.249" v="824" actId="14100"/>
          <ac:spMkLst>
            <pc:docMk/>
            <pc:sldMk cId="1274887698" sldId="299"/>
            <ac:spMk id="5" creationId="{E6D5E108-FFFA-5275-666C-E15C66CD9C02}"/>
          </ac:spMkLst>
        </pc:spChg>
        <pc:spChg chg="mod">
          <ac:chgData name="Lucas Rios" userId="b55e9a44c6326244" providerId="LiveId" clId="{C341934D-E88C-4EA1-B222-2AF0679781E8}" dt="2026-02-08T17:49:20.962" v="818" actId="20577"/>
          <ac:spMkLst>
            <pc:docMk/>
            <pc:sldMk cId="1274887698" sldId="299"/>
            <ac:spMk id="22" creationId="{89C3EF2D-BFDB-DABA-9528-F7FB3D9A36E8}"/>
          </ac:spMkLst>
        </pc:spChg>
      </pc:sldChg>
      <pc:sldChg chg="addSp modSp add mod">
        <pc:chgData name="Lucas Rios" userId="b55e9a44c6326244" providerId="LiveId" clId="{C341934D-E88C-4EA1-B222-2AF0679781E8}" dt="2026-02-08T17:51:37.232" v="942" actId="20577"/>
        <pc:sldMkLst>
          <pc:docMk/>
          <pc:sldMk cId="2084239632" sldId="300"/>
        </pc:sldMkLst>
        <pc:spChg chg="add mod">
          <ac:chgData name="Lucas Rios" userId="b55e9a44c6326244" providerId="LiveId" clId="{C341934D-E88C-4EA1-B222-2AF0679781E8}" dt="2026-02-08T17:50:23.882" v="829" actId="1076"/>
          <ac:spMkLst>
            <pc:docMk/>
            <pc:sldMk cId="2084239632" sldId="300"/>
            <ac:spMk id="6" creationId="{B5769262-5831-EEB2-0D92-D51BD09C219C}"/>
          </ac:spMkLst>
        </pc:spChg>
        <pc:spChg chg="add mod">
          <ac:chgData name="Lucas Rios" userId="b55e9a44c6326244" providerId="LiveId" clId="{C341934D-E88C-4EA1-B222-2AF0679781E8}" dt="2026-02-08T17:50:30.193" v="831" actId="1076"/>
          <ac:spMkLst>
            <pc:docMk/>
            <pc:sldMk cId="2084239632" sldId="300"/>
            <ac:spMk id="7" creationId="{0CF6B935-1204-B233-E129-EBE816CA220F}"/>
          </ac:spMkLst>
        </pc:spChg>
        <pc:spChg chg="add mod">
          <ac:chgData name="Lucas Rios" userId="b55e9a44c6326244" providerId="LiveId" clId="{C341934D-E88C-4EA1-B222-2AF0679781E8}" dt="2026-02-08T17:50:43.600" v="842" actId="1035"/>
          <ac:spMkLst>
            <pc:docMk/>
            <pc:sldMk cId="2084239632" sldId="300"/>
            <ac:spMk id="8" creationId="{2B647F55-105A-12AB-D13E-D0583759E096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9" creationId="{C5CDA281-EA9A-7684-A7A3-BB8186CC57A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0" creationId="{2EAB4B1E-6F57-A127-6995-723BD3EB945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2" creationId="{BB0DD661-82E9-F396-6E78-8A8B833A3565}"/>
          </ac:spMkLst>
        </pc:spChg>
        <pc:spChg chg="mod">
          <ac:chgData name="Lucas Rios" userId="b55e9a44c6326244" providerId="LiveId" clId="{C341934D-E88C-4EA1-B222-2AF0679781E8}" dt="2026-02-08T17:51:37.232" v="942" actId="20577"/>
          <ac:spMkLst>
            <pc:docMk/>
            <pc:sldMk cId="2084239632" sldId="300"/>
            <ac:spMk id="22" creationId="{3F9CBD0A-5B55-7D38-700A-66B5A2F7A368}"/>
          </ac:spMkLst>
        </pc:spChg>
      </pc:sldChg>
      <pc:sldChg chg="modSp add mod">
        <pc:chgData name="Lucas Rios" userId="b55e9a44c6326244" providerId="LiveId" clId="{C341934D-E88C-4EA1-B222-2AF0679781E8}" dt="2026-02-08T18:08:03.792" v="1180" actId="20577"/>
        <pc:sldMkLst>
          <pc:docMk/>
          <pc:sldMk cId="163415835" sldId="301"/>
        </pc:sldMkLst>
        <pc:spChg chg="mod">
          <ac:chgData name="Lucas Rios" userId="b55e9a44c6326244" providerId="LiveId" clId="{C341934D-E88C-4EA1-B222-2AF0679781E8}" dt="2026-02-08T18:08:03.792" v="1180" actId="20577"/>
          <ac:spMkLst>
            <pc:docMk/>
            <pc:sldMk cId="163415835" sldId="301"/>
            <ac:spMk id="22" creationId="{3239A21F-7AD3-3B81-E9A1-7B09393FEBD2}"/>
          </ac:spMkLst>
        </pc:spChg>
      </pc:sldChg>
      <pc:sldChg chg="addSp delSp modSp add mod">
        <pc:chgData name="Lucas Rios" userId="b55e9a44c6326244" providerId="LiveId" clId="{C341934D-E88C-4EA1-B222-2AF0679781E8}" dt="2026-02-08T18:04:24.935" v="1147" actId="478"/>
        <pc:sldMkLst>
          <pc:docMk/>
          <pc:sldMk cId="596446520" sldId="302"/>
        </pc:sldMkLst>
        <pc:spChg chg="add mod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5" creationId="{CF23BFD2-2428-E71C-53CB-108AAF5E8BDA}"/>
          </ac:spMkLst>
        </pc:spChg>
        <pc:spChg chg="del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6" creationId="{5A6CAB76-4B2B-9003-1044-ED97DA63A6F9}"/>
          </ac:spMkLst>
        </pc:spChg>
        <pc:spChg chg="del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8" creationId="{4AB75A3D-7D21-8F84-A8DD-B6E6C9471D8E}"/>
          </ac:spMkLst>
        </pc:spChg>
        <pc:spChg chg="add mod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9" creationId="{748A6D5E-89C7-99A6-CF9F-2A8A718A75DD}"/>
          </ac:spMkLst>
        </pc:spChg>
        <pc:spChg chg="del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0" creationId="{47E2654E-46C2-29CB-71B3-780E9D00828C}"/>
          </ac:spMkLst>
        </pc:spChg>
        <pc:spChg chg="add mod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2" creationId="{1F133150-5AEB-2D25-7830-7E5126E49D02}"/>
          </ac:spMkLst>
        </pc:spChg>
        <pc:spChg chg="del">
          <ac:chgData name="Lucas Rios" userId="b55e9a44c6326244" providerId="LiveId" clId="{C341934D-E88C-4EA1-B222-2AF0679781E8}" dt="2026-02-08T18:04:24.935" v="1147" actId="478"/>
          <ac:spMkLst>
            <pc:docMk/>
            <pc:sldMk cId="596446520" sldId="302"/>
            <ac:spMk id="80" creationId="{84934CD9-693E-230A-5966-827C093EA224}"/>
          </ac:spMkLst>
        </pc:spChg>
        <pc:spChg chg="del">
          <ac:chgData name="Lucas Rios" userId="b55e9a44c6326244" providerId="LiveId" clId="{C341934D-E88C-4EA1-B222-2AF0679781E8}" dt="2026-02-08T18:04:23.793" v="1146" actId="478"/>
          <ac:spMkLst>
            <pc:docMk/>
            <pc:sldMk cId="596446520" sldId="302"/>
            <ac:spMk id="81" creationId="{ED222693-9E54-43B4-0184-6B146E662DDB}"/>
          </ac:spMkLst>
        </pc:spChg>
      </pc:sldChg>
      <pc:sldChg chg="addSp delSp modSp add mod ord">
        <pc:chgData name="Lucas Rios" userId="b55e9a44c6326244" providerId="LiveId" clId="{C341934D-E88C-4EA1-B222-2AF0679781E8}" dt="2026-02-08T18:04:21.643" v="1145" actId="478"/>
        <pc:sldMkLst>
          <pc:docMk/>
          <pc:sldMk cId="1992617343" sldId="303"/>
        </pc:sldMkLst>
        <pc:spChg chg="add mod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5" creationId="{1BB37B27-A5E7-8F2B-1F0F-B1CA3F4E5D49}"/>
          </ac:spMkLst>
        </pc:spChg>
        <pc:spChg chg="del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8" creationId="{2B2B1DCC-678B-CDA7-A252-9AB9A303763B}"/>
          </ac:spMkLst>
        </pc:spChg>
        <pc:spChg chg="add mod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9" creationId="{61AF602E-268D-FA3A-6969-A94C01BF9CFD}"/>
          </ac:spMkLst>
        </pc:spChg>
        <pc:spChg chg="del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10" creationId="{5FC377E3-FC54-E0FA-9E21-5F4DFCD8984B}"/>
          </ac:spMkLst>
        </pc:spChg>
        <pc:spChg chg="del">
          <ac:chgData name="Lucas Rios" userId="b55e9a44c6326244" providerId="LiveId" clId="{C341934D-E88C-4EA1-B222-2AF0679781E8}" dt="2026-02-08T18:04:21.643" v="1145" actId="478"/>
          <ac:spMkLst>
            <pc:docMk/>
            <pc:sldMk cId="1992617343" sldId="303"/>
            <ac:spMk id="80" creationId="{08A7D525-373D-6B67-0686-800368005306}"/>
          </ac:spMkLst>
        </pc:spChg>
        <pc:spChg chg="del">
          <ac:chgData name="Lucas Rios" userId="b55e9a44c6326244" providerId="LiveId" clId="{C341934D-E88C-4EA1-B222-2AF0679781E8}" dt="2026-02-08T18:04:20.256" v="1144" actId="478"/>
          <ac:spMkLst>
            <pc:docMk/>
            <pc:sldMk cId="1992617343" sldId="303"/>
            <ac:spMk id="81" creationId="{F3812567-7297-73A4-10F0-E8EA9CC855D5}"/>
          </ac:spMkLst>
        </pc:spChg>
      </pc:sldChg>
      <pc:sldChg chg="addSp delSp modSp add mod ord">
        <pc:chgData name="Lucas Rios" userId="b55e9a44c6326244" providerId="LiveId" clId="{C341934D-E88C-4EA1-B222-2AF0679781E8}" dt="2026-02-08T18:04:16.625" v="1143" actId="478"/>
        <pc:sldMkLst>
          <pc:docMk/>
          <pc:sldMk cId="382497210" sldId="304"/>
        </pc:sldMkLst>
        <pc:spChg chg="add mod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5" creationId="{4B285A44-A1CE-AFBD-B4BA-A3646C7A3900}"/>
          </ac:spMkLst>
        </pc:spChg>
        <pc:spChg chg="del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10" creationId="{BE47F0B0-6F39-1D24-3318-1D801CC859AA}"/>
          </ac:spMkLst>
        </pc:spChg>
        <pc:spChg chg="del">
          <ac:chgData name="Lucas Rios" userId="b55e9a44c6326244" providerId="LiveId" clId="{C341934D-E88C-4EA1-B222-2AF0679781E8}" dt="2026-02-08T18:04:16.625" v="1143" actId="478"/>
          <ac:spMkLst>
            <pc:docMk/>
            <pc:sldMk cId="382497210" sldId="304"/>
            <ac:spMk id="80" creationId="{77336A7E-2B61-4AFC-A24F-EA92C61B6697}"/>
          </ac:spMkLst>
        </pc:spChg>
        <pc:spChg chg="del">
          <ac:chgData name="Lucas Rios" userId="b55e9a44c6326244" providerId="LiveId" clId="{C341934D-E88C-4EA1-B222-2AF0679781E8}" dt="2026-02-08T18:04:15.129" v="1142" actId="478"/>
          <ac:spMkLst>
            <pc:docMk/>
            <pc:sldMk cId="382497210" sldId="304"/>
            <ac:spMk id="81" creationId="{152F399A-B882-35D0-74CE-76887A378797}"/>
          </ac:spMkLst>
        </pc:spChg>
      </pc:sldChg>
      <pc:sldChg chg="delSp add mod ord">
        <pc:chgData name="Lucas Rios" userId="b55e9a44c6326244" providerId="LiveId" clId="{C341934D-E88C-4EA1-B222-2AF0679781E8}" dt="2026-02-08T18:04:12.368" v="1141" actId="478"/>
        <pc:sldMkLst>
          <pc:docMk/>
          <pc:sldMk cId="3567473554" sldId="305"/>
        </pc:sldMkLst>
        <pc:spChg chg="del">
          <ac:chgData name="Lucas Rios" userId="b55e9a44c6326244" providerId="LiveId" clId="{C341934D-E88C-4EA1-B222-2AF0679781E8}" dt="2026-02-08T18:04:12.368" v="1141" actId="478"/>
          <ac:spMkLst>
            <pc:docMk/>
            <pc:sldMk cId="3567473554" sldId="305"/>
            <ac:spMk id="80" creationId="{D75099A8-496D-A68E-B95D-ECBA62C1DBFB}"/>
          </ac:spMkLst>
        </pc:spChg>
        <pc:spChg chg="del">
          <ac:chgData name="Lucas Rios" userId="b55e9a44c6326244" providerId="LiveId" clId="{C341934D-E88C-4EA1-B222-2AF0679781E8}" dt="2026-02-08T18:04:10.641" v="1140" actId="478"/>
          <ac:spMkLst>
            <pc:docMk/>
            <pc:sldMk cId="3567473554" sldId="305"/>
            <ac:spMk id="81" creationId="{C3188986-D5D7-BB62-2CE3-1FC64F6E8F3B}"/>
          </ac:spMkLst>
        </pc:spChg>
      </pc:sldChg>
      <pc:sldMasterChg chg="delSldLayout">
        <pc:chgData name="Lucas Rios" userId="b55e9a44c6326244" providerId="LiveId" clId="{C341934D-E88C-4EA1-B222-2AF0679781E8}" dt="2026-02-08T18:04:38.320" v="1154" actId="47"/>
        <pc:sldMasterMkLst>
          <pc:docMk/>
          <pc:sldMasterMk cId="1928452137" sldId="2147483666"/>
        </pc:sldMasterMkLst>
        <pc:sldLayoutChg chg="del">
          <pc:chgData name="Lucas Rios" userId="b55e9a44c6326244" providerId="LiveId" clId="{C341934D-E88C-4EA1-B222-2AF0679781E8}" dt="2026-02-08T18:04:36.693" v="1152" actId="47"/>
          <pc:sldLayoutMkLst>
            <pc:docMk/>
            <pc:sldMasterMk cId="1928452137" sldId="2147483666"/>
            <pc:sldLayoutMk cId="4026250860" sldId="2147483685"/>
          </pc:sldLayoutMkLst>
        </pc:sldLayoutChg>
        <pc:sldLayoutChg chg="del">
          <pc:chgData name="Lucas Rios" userId="b55e9a44c6326244" providerId="LiveId" clId="{C341934D-E88C-4EA1-B222-2AF0679781E8}" dt="2026-02-08T18:04:38.320" v="1154" actId="47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E75C96-6954-4169-86C5-0628F3F633E6}" type="datetime1">
              <a:rPr lang="pt-BR" smtClean="0"/>
              <a:t>23/10/2026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75291-0B95-4A00-9C6C-54CBD6EF268B}" type="datetime1">
              <a:rPr lang="pt-BR" smtClean="0"/>
              <a:pPr/>
              <a:t>23/10/2026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Aula 22, parte I: a teoria. A parte II é o laboratório (um PWA mínimo, linha a linha) e a parte III é o Forzy instalado como PWA.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Ponto de partida: o Forzy já tem layout de celular, mas ainda vive dentro do Chrome.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Contar como história: o técnico de manutenção no chão de fábrica, celular na mão. Quatro atritos antes de ver um motor.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Nenhuma dessas opções é errada; todas são caras para quem trabalha em Python e quer só levar o app que já existe ao celular.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espectro. O PWA é o degrau mais barato acima do site. Híbrido (Capacitor, TWA) só quando a loja é obrigatória; nativo para hardware profundo, jogos, segundo plano intenso.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Definição curta: um site comum com três acréscimos.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HTTPS é pré-requisito de tudo. O manifesto diz ao sistema como o app aparece. O service worker fica entre a página e a rede. E o 'progressive': ninguém perde nada se o navegador não suportar.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Para o Forzy, a coluna da direita não pesa: ele é um painel que lê uma API, não precisa de Bluetooth nem de segundo plano.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Por que o PWA começa pelo HTTPS — e a exceção do localhost.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Mostrar no console do navegador: window.isSecureContext. O mesmo app, aberto pelo IP da rede local, dá false — e aí nada de service worker.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Um service worker é um intermediário com poder total sobre as respostas e que sobrevive à rede onde foi instalado. Sem HTTPS, um Wi-Fi público poderia plantar um permanentemente.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erro clássico: abrir o app no celular pelo IP do computador e achar que o PWA está quebrado. Solução: port forwarding pelo chrome://inspect.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Os critérios mudaram nos últimos anos — e vários tutoriais ainda estão desatualizados.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Sete critérios. O ponto de discussão é o que NÃO está na lista: service worker. Desde o Chrome 108 (Android) e 112 (desktop), instala pelo menu sem 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Os dois aparecem na hora de testar: alguém testa em aba anônima e conclui que não instala; outro espera o banner e não aparece.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iOS não existe aviso de instalação; o caminho é sempre o menu Compartilhar. A novidade do iOS 26: todo site adicionado abre como app. O que muda é a aparência — e aí entram as marcas apple-*.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Resumo prático para a hora de instalar o Forzy nos aparelhos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manifesto é um JSON pequeno — mas cada campo errado produz um erro silencioso.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Estas três regras parecem detalhe, mas são elas que vão decidir os três caminhos do Forzy: no Streamlit o conteúdo vai para o body; no Streamlit Cloud o app roda dentro de um iframe; no Gradio já existe um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Ler o JSON em três grupos: quem é o app, por onde ele navega, como ele aparece. Os dois próximos slides detalham cada campo e o erro comum de cada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id é o campo mais negligenciado: sem ele o navegador usa o start_url, e mudar o start_url depois cria 'outro app' — o usuário fica com dois ícones.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Destacar scope e start_url: o start_url precisa estar dentro do scope. E display: com browser, o app não instala.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Exemplo real do Forzy no Streamlit: o manifesto mora em /app/static/. O atalho '?pagina=dashboard' sozinho abriria o próprio arquivo do manifesto. Por isso o gerador monta start_url + consulta.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standalone é o que o Forzy usa: barra de status do sistema, sem barra de endereços. browser não instala. Se o modo não é suportado, o navegador desce a escada.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Mostrar o recorte: o mesmo maskable vira círculo, gota ou squircle conforme o fabricante. maskable.app permite testar.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manifesto aceita uma cor de cada; para o modo escuro, a meta theme-color da página. No Gradio e no Streamlit não dá para escrever essas marcas no HTML: um script troca o content conforme o modo.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Cada atalho é um deep link: o mesmo ?pagina= dos QR codes colados nos motores. O atalho só abre o endereço; quem lê o parâmetro é o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peça que mais confunde: um script que não é da página, tem ciclo de vida próprio e decide o destino de cada pedido.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Todo pedido de uma página controlada passa pelo evento fetch antes de ir à rede: o HTML, um ícone, um script, uma chamada à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Destaque para 'desligado quando o navegador quiser': variável global não é memória. Estado durável vai para a Cache API ou o IndexedDB.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Não chamar respondWith também é uma escolha — e é a que o Forzy usa para tudo o que é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respondWith tem de ser chamado durante o evento — nunca depois de um await. waitUntil no install: se a promessa falhar, a instalação inteira falha, e isso é bom.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É esta regra que vai separar o Gradio (servimos /sw.js na raiz) do Streamlit (só temos /app/static/ e nenhum cabeçalho próprio).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Cada versão do sw.js passa por estes estados. Mudou um byte do arquivo, começa de novo. No laboratório veremos cada um destes estados no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espera protege contra uma aba atendida por duas versões. skipWaiting e claim pulam essa proteção: seguro quando o service worker não guarda nada de que a página dependa.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ponto que mais confunde. A página carregou antes do service worker existir, então não passou por ele — nem depois que ele ativa. Só a recarga (ou clients.claim) muda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navegador baixa o sw.js e compara byte a byte. Por isso a versão do cache tem de morar dentro do sw.js: mudou um ícone e o sw.js não, o navegador não percebe 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Saída real do laboratório, que vamos reproduzir na parte II. Recarregar não ativa a v2; fechar a aba, sim.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São coisas diferentes. O cache HTTP é do navegador e obedece cabeçalhos; a Cache API é do nosso código e nunca expira sozinha.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addAll é tudo ou nada: se um arquivo falha, nenhum é guardado. match procura em todas as caixas.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Cada tipo de pedido pede uma estratégia. Os selos embaixo mostram onde cada uma entra (ou não) no Forzy.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Cache primeiro: rápido e funciona sem rede, mas pode servir coisa velha para sempre. Rede primeiro: sempre o mais novo quando há rede.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SWR: a resposta de agora é a de antes — perigoso para leituras de sensor. O clone() é necessário porque o corpo de uma resposta só pode ser lido uma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Contar a cena: casa de máquinas sem sinal, o app abre na hora com 'Normal'. A temperatura agora é 93 °C. Ninguém desconfia — esse é o pior tipo de erro.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Três linhas que resumem toda a teoria de cache aplicada a um app de dados em tempo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Ligação com o pilar de transparência de sistemas de IA: diga o que está acontecendo em vez de fingir.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Fechando a teoria: as diferenças entre Android e iOS e o que ainda circula de desatualizado.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 diferenças que importam para o Forzy: aviso de instalação, ícone, atalhos. Service worker e página offline funcionam nos dois.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Muitos tutoriais de PWA ainda mandam 'tirar 100 no Lighthouse'. A categoria não existe mais desde maio de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pergunta que conecta a teoria ao Forzy.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Num site feito à mão, escrevemos o head e servimos o sw.js na raiz. Com Streamlit e Gradio, o framework escreve a página. Cada pergunta remete a uma regra que vimos.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Gradio no Render: PWA completo. Streamlit no Render: instalável, sem página offline (escopo). Streamlit Cloud: uma casca nossa no GitHub Pages com o app no iframe. A parte III implementa os três.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Sete frases para a revisão. Na próxima parte, cada uma vira algo que se vê acontecer no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Próximo: o laboratório pwa-minimo, cinco arquivos sem framework, para ver cada conceito acontecer no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8" name="Espaço Reservado para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4" name="Espaço Reservado para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5" name="Espaço Reservado para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6" name="Espaço Reservado para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7" name="Espaço Reservado para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1" name="Espaço Reservado para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2" name="Espaço Reservado para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13" name="Espaço Reservado para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8" name="Espaço Reservado para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4" name="Espaço Reservado para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alo da Se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2" name="Espaço Reservado para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6" name="Espaço Reservado para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8" name="Espaço Reservado para Rodapé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Trê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merca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ço Reservado para Conteú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endParaRPr lang="pt-BR" noProof="0"/>
          </a:p>
        </p:txBody>
      </p:sp>
      <p:sp>
        <p:nvSpPr>
          <p:cNvPr id="27" name="Espaço Reservado para Conteú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 Do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20" name="Espaço Reservado para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5" name="Espaço Reservado para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6" name="Espaço Reservado para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7" name="Espaço Reservado para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8" name="Espaço Reservado para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9" name="Espaço Reservado para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6" name="Espaço Reservado para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7" name="Espaço Reservado para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ço Reservado para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37" name="Espaço Reservado para Rodapé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38" name="Espaço Reservado para o Número do Slid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5" name="Espaço Reservado para Imagem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6" name="Espaço Reservado para Imagem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7" name="Espaço Reservado para Imagem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58" name="Espaço Reservado para Imagem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4" name="Espaço Reservado para Conteú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5" name="Espaço Reservado para Conteú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áfico e tabel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8749" y="1361938"/>
            <a:ext cx="6765925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o Gráfico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838200" y="2286002"/>
            <a:ext cx="6094270" cy="3542143"/>
          </a:xfrm>
        </p:spPr>
        <p:txBody>
          <a:bodyPr rtlCol="0"/>
          <a:lstStyle/>
          <a:p>
            <a:pPr rtl="0"/>
            <a:r>
              <a:rPr lang="pt-BR" noProof="0"/>
              <a:t>Clique no ícone para adicionar um gráfico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910642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  <p:sldLayoutId id="2147483701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3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7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50.png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4.png"/><Relationship Id="rId4" Type="http://schemas.openxmlformats.org/officeDocument/2006/relationships/image" Target="../media/image6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6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Mobile: PWA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19088" y="5577840"/>
            <a:ext cx="493776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8643E"/>
                </a:solidFill>
              </a:rPr>
              <a:t>Parte I — Teoria</a:t>
            </a:r>
            <a:r>
              <a:rPr sz="1400" b="0">
                <a:solidFill>
                  <a:srgbClr val="6E6A68"/>
                </a:solidFill>
              </a:rPr>
              <a:t>  ·  Lucas 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app mora no navegador</a:t>
            </a:r>
          </a:p>
        </p:txBody>
      </p:sp>
      <p:sp>
        <p:nvSpPr>
          <p:cNvPr id="3" name="Numero da secao"/>
          <p:cNvSpPr txBox="1"/>
          <p:nvPr/>
        </p:nvSpPr>
        <p:spPr>
          <a:xfrm>
            <a:off x="6949440" y="1417320"/>
            <a:ext cx="42062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0">
                <a:solidFill>
                  <a:srgbClr val="A8643E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O caminho até o painel, hoje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600200"/>
            <a:ext cx="2423160" cy="3017520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" y="1810512"/>
            <a:ext cx="384048" cy="384048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1490472" y="2240280"/>
            <a:ext cx="1005840" cy="100584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LuChrome_A864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873" y="2481681"/>
            <a:ext cx="523036" cy="5230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429000"/>
            <a:ext cx="21488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B2B2B"/>
                </a:solidFill>
              </a:rPr>
              <a:t>Abrir o Chrome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21488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E6A68"/>
                </a:solidFill>
              </a:rPr>
              <a:t>o painel não tem ícone próprio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36976" y="2971800"/>
            <a:ext cx="201168" cy="274320"/>
          </a:xfrm>
          <a:prstGeom prst="rightArrow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74720" y="1600200"/>
            <a:ext cx="2423160" cy="3017520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3703320" y="1810512"/>
            <a:ext cx="384048" cy="384048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4187952" y="2240280"/>
            <a:ext cx="1005840" cy="100584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" name="Picture 12" descr="LuSearch_A864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353" y="2481681"/>
            <a:ext cx="523036" cy="5230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11880" y="3429000"/>
            <a:ext cx="21488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B2B2B"/>
                </a:solidFill>
              </a:rPr>
              <a:t>Achar a aba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840480"/>
            <a:ext cx="21488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E6A68"/>
                </a:solidFill>
              </a:rPr>
              <a:t>no meio de outras vinte — ou digitar o endereço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34456" y="2971800"/>
            <a:ext cx="201168" cy="274320"/>
          </a:xfrm>
          <a:prstGeom prst="rightArrow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72200" y="1600200"/>
            <a:ext cx="2423160" cy="3017520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800" y="1810512"/>
            <a:ext cx="384048" cy="384048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6885432" y="2240280"/>
            <a:ext cx="1005840" cy="100584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" name="Picture 19" descr="LuAppWindow_A864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6833" y="2481681"/>
            <a:ext cx="523036" cy="5230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09360" y="3429000"/>
            <a:ext cx="21488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B2B2B"/>
                </a:solidFill>
              </a:rPr>
              <a:t>Dividir a tela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840480"/>
            <a:ext cx="21488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E6A68"/>
                </a:solidFill>
              </a:rPr>
              <a:t>com a barra de endereços e a de abas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631936" y="2971800"/>
            <a:ext cx="201168" cy="274320"/>
          </a:xfrm>
          <a:prstGeom prst="rightArrow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869680" y="1600200"/>
            <a:ext cx="2423160" cy="3017520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9098280" y="1810512"/>
            <a:ext cx="384048" cy="384048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Oval 25"/>
          <p:cNvSpPr/>
          <p:nvPr/>
        </p:nvSpPr>
        <p:spPr>
          <a:xfrm>
            <a:off x="9582912" y="2240280"/>
            <a:ext cx="1005840" cy="100584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7" name="Picture 26" descr="LuWifiOff_A8643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4313" y="2481681"/>
            <a:ext cx="523036" cy="52303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006840" y="3429000"/>
            <a:ext cx="21488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B2B2B"/>
                </a:solidFill>
              </a:rPr>
              <a:t>Perder a rede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3840480"/>
            <a:ext cx="21488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E6A68"/>
                </a:solidFill>
              </a:rPr>
              <a:t>na casa de máquinas: o dinossauro do Chrome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9834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996696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</a:rPr>
              <a:t>Nas aulas de Design System Mobile o Forzy virou um app pensado para o celular — </a:t>
            </a:r>
            <a:r>
              <a:rPr sz="1700" b="1">
                <a:solidFill>
                  <a:srgbClr val="A8643E"/>
                </a:solidFill>
              </a:rPr>
              <a:t>mas ainda mora no navegador.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As saídas tradicionais custam caro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3291840" cy="3520440"/>
          </a:xfrm>
          <a:prstGeom prst="roundRect">
            <a:avLst>
              <a:gd name="adj" fmla="val 2222"/>
            </a:avLst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" y="178308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LuSmartphone_A864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043" y="1991563"/>
            <a:ext cx="451713" cy="4517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2788920"/>
            <a:ext cx="27432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B2B2B"/>
                </a:solidFill>
              </a:rPr>
              <a:t>App nativo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200400"/>
            <a:ext cx="27432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E6A68"/>
                </a:solidFill>
              </a:rPr>
              <a:t>Kotlin no Android, Swift no 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03320"/>
            <a:ext cx="27432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A8643E"/>
                </a:solidFill>
              </a:rPr>
              <a:t>Custo: </a:t>
            </a:r>
            <a:r>
              <a:rPr sz="1500" b="0">
                <a:solidFill>
                  <a:srgbClr val="2B2B2B"/>
                </a:solidFill>
              </a:rPr>
              <a:t>Duas linguagens novas, duas bases de código, duas lojas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08760"/>
            <a:ext cx="3291840" cy="3520440"/>
          </a:xfrm>
          <a:prstGeom prst="roundRect">
            <a:avLst>
              <a:gd name="adj" fmla="val 2222"/>
            </a:avLst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4617720" y="178308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LuLayers_A864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203" y="1991563"/>
            <a:ext cx="451713" cy="45171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2788920"/>
            <a:ext cx="27432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B2B2B"/>
                </a:solidFill>
              </a:rPr>
              <a:t>Multiplataforma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200400"/>
            <a:ext cx="27432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E6A68"/>
                </a:solidFill>
              </a:rPr>
              <a:t>Flutter, React 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703320"/>
            <a:ext cx="27432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A8643E"/>
                </a:solidFill>
              </a:rPr>
              <a:t>Custo: </a:t>
            </a:r>
            <a:r>
              <a:rPr sz="1500" b="0">
                <a:solidFill>
                  <a:srgbClr val="2B2B2B"/>
                </a:solidFill>
              </a:rPr>
              <a:t>Abandonar o Python e reescrever a interface inteira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1508760"/>
            <a:ext cx="3291840" cy="3520440"/>
          </a:xfrm>
          <a:prstGeom prst="roundRect">
            <a:avLst>
              <a:gd name="adj" fmla="val 2222"/>
            </a:avLst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8183880" y="178308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Picture 16" descr="LuStore_A864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2363" y="1991563"/>
            <a:ext cx="451713" cy="45171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83880" y="2788920"/>
            <a:ext cx="27432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B2B2B"/>
                </a:solidFill>
              </a:rPr>
              <a:t>Publicar nas lojas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3200400"/>
            <a:ext cx="27432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E6A68"/>
                </a:solidFill>
              </a:rPr>
              <a:t>Play Store, App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3703320"/>
            <a:ext cx="27432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A8643E"/>
                </a:solidFill>
              </a:rPr>
              <a:t>Custo: </a:t>
            </a:r>
            <a:r>
              <a:rPr sz="1500" b="0">
                <a:solidFill>
                  <a:srgbClr val="2B2B2B"/>
                </a:solidFill>
              </a:rPr>
              <a:t>Conta de desenvolvedor, revisão, atualização que depende de aprovação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49240"/>
            <a:ext cx="105156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B2B2B"/>
                </a:solidFill>
              </a:rPr>
              <a:t>Para quem trabalha em Python, nenhuma das três é barata. </a:t>
            </a:r>
            <a:r>
              <a:rPr sz="1700" b="0">
                <a:solidFill>
                  <a:srgbClr val="2B2B2B"/>
                </a:solidFill>
              </a:rPr>
              <a:t>Existe um degrau no meio do caminho.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Do site ao app nativo</a:t>
            </a:r>
          </a:p>
        </p:txBody>
      </p:sp>
      <p:pic>
        <p:nvPicPr>
          <p:cNvPr id="3" name="Picture 2" descr="01_espec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10789920" cy="297158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7240" y="489204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4937760"/>
            <a:ext cx="10149840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</a:rPr>
              <a:t>O PWA é o degrau mais barato acima do site: o app que já existe </a:t>
            </a:r>
            <a:r>
              <a:rPr sz="1700" b="1">
                <a:solidFill>
                  <a:srgbClr val="A8643E"/>
                </a:solidFill>
              </a:rPr>
              <a:t>ganha alguns arquivos</a:t>
            </a:r>
            <a:r>
              <a:rPr sz="1700" b="0">
                <a:solidFill>
                  <a:srgbClr val="2B2B2B"/>
                </a:solidFill>
              </a:rPr>
              <a:t> e passa a ser instalável. Nada é reescrito.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um PWA</a:t>
            </a:r>
          </a:p>
        </p:txBody>
      </p:sp>
      <p:sp>
        <p:nvSpPr>
          <p:cNvPr id="3" name="Numero da secao"/>
          <p:cNvSpPr txBox="1"/>
          <p:nvPr/>
        </p:nvSpPr>
        <p:spPr>
          <a:xfrm>
            <a:off x="6949440" y="1417320"/>
            <a:ext cx="42062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0">
                <a:solidFill>
                  <a:srgbClr val="A8643E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Um site comum com três acréscimos</a:t>
            </a:r>
          </a:p>
        </p:txBody>
      </p:sp>
      <p:pic>
        <p:nvPicPr>
          <p:cNvPr id="3" name="Picture 2" descr="02_tres_pec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6453438" cy="4800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60920" y="1691640"/>
            <a:ext cx="3977639" cy="416052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35240" y="1874519"/>
            <a:ext cx="34747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A8643E"/>
                </a:solidFill>
              </a:rPr>
              <a:t>Progressive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2377440"/>
            <a:ext cx="34747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E6A68"/>
                </a:solidFill>
              </a:rPr>
              <a:t>= melhora progressivamente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971800"/>
            <a:ext cx="3474720" cy="2743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56032" algn="l">
              <a:spcAft>
                <a:spcPts val="1000"/>
              </a:spcAft>
              <a:buClr>
                <a:srgbClr val="A8643E"/>
              </a:buClr>
              <a:buFont typeface="Arial"/>
              <a:buChar char="•"/>
            </a:pPr>
            <a:r>
              <a:rPr sz="1600" b="1">
                <a:solidFill>
                  <a:srgbClr val="2B2B2B"/>
                </a:solidFill>
              </a:rPr>
              <a:t>Sem suporte</a:t>
            </a:r>
            <a:r>
              <a:rPr sz="1600" b="0">
                <a:solidFill>
                  <a:srgbClr val="2B2B2B"/>
                </a:solidFill>
              </a:rPr>
              <a:t> a service worker: continua sendo um site que funciona.</a:t>
            </a:r>
          </a:p>
          <a:p>
            <a:pPr marL="256032" indent="-256032" algn="l">
              <a:spcAft>
                <a:spcPts val="1000"/>
              </a:spcAft>
              <a:buClr>
                <a:srgbClr val="A8643E"/>
              </a:buClr>
              <a:buFont typeface="Arial"/>
              <a:buChar char="•"/>
            </a:pPr>
            <a:r>
              <a:rPr sz="1600" b="1">
                <a:solidFill>
                  <a:srgbClr val="2B2B2B"/>
                </a:solidFill>
              </a:rPr>
              <a:t>Com suporte</a:t>
            </a:r>
            <a:r>
              <a:rPr sz="1600" b="0">
                <a:solidFill>
                  <a:srgbClr val="2B2B2B"/>
                </a:solidFill>
              </a:rPr>
              <a:t>: ganha ícone, janela própria, resposta sem rede.</a:t>
            </a:r>
          </a:p>
          <a:p>
            <a:pPr marL="256032" indent="-256032" algn="l">
              <a:spcAft>
                <a:spcPts val="1000"/>
              </a:spcAft>
              <a:buClr>
                <a:srgbClr val="A8643E"/>
              </a:buClr>
              <a:buFont typeface="Arial"/>
              <a:buChar char="•"/>
            </a:pPr>
            <a:r>
              <a:rPr sz="1600" b="1">
                <a:solidFill>
                  <a:srgbClr val="A8643E"/>
                </a:solidFill>
              </a:rPr>
              <a:t>Nada quebra</a:t>
            </a:r>
            <a:r>
              <a:rPr sz="1600" b="0">
                <a:solidFill>
                  <a:srgbClr val="2B2B2B"/>
                </a:solidFill>
              </a:rPr>
              <a:t> para ninguém.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O que ganha — e o que não ganha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5989320" cy="4572000"/>
          </a:xfrm>
          <a:prstGeom prst="roundRect">
            <a:avLst>
              <a:gd name="adj" fmla="val 16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LuCircleCheck_16A3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45920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54480" y="1645920"/>
            <a:ext cx="493776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66534"/>
                </a:solidFill>
              </a:rPr>
              <a:t>Ganha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5486400" cy="3657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56032" algn="l">
              <a:spcAft>
                <a:spcPts val="700"/>
              </a:spcAft>
              <a:buClr>
                <a:srgbClr val="16A34A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Instalação na tela inicial, sem loja</a:t>
            </a:r>
          </a:p>
          <a:p>
            <a:pPr marL="256032" indent="-256032" algn="l">
              <a:spcAft>
                <a:spcPts val="700"/>
              </a:spcAft>
              <a:buClr>
                <a:srgbClr val="16A34A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Janela própria, sem barra de endereços</a:t>
            </a:r>
          </a:p>
          <a:p>
            <a:pPr marL="256032" indent="-256032" algn="l">
              <a:spcAft>
                <a:spcPts val="700"/>
              </a:spcAft>
              <a:buClr>
                <a:srgbClr val="16A34A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Tela de abertura com cor e ícone</a:t>
            </a:r>
          </a:p>
          <a:p>
            <a:pPr marL="256032" indent="-256032" algn="l">
              <a:spcAft>
                <a:spcPts val="700"/>
              </a:spcAft>
              <a:buClr>
                <a:srgbClr val="16A34A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Atalhos no ícone (toque longo → Painel)</a:t>
            </a:r>
          </a:p>
          <a:p>
            <a:pPr marL="256032" indent="-256032" algn="l">
              <a:spcAft>
                <a:spcPts val="700"/>
              </a:spcAft>
              <a:buClr>
                <a:srgbClr val="16A34A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Resposta própria quando não há rede</a:t>
            </a:r>
          </a:p>
          <a:p>
            <a:pPr marL="256032" indent="-256032" algn="l">
              <a:spcAft>
                <a:spcPts val="700"/>
              </a:spcAft>
              <a:buClr>
                <a:srgbClr val="16A34A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Push (no iOS, desde o 16.4, só na Tela de Início)</a:t>
            </a:r>
          </a:p>
          <a:p>
            <a:pPr marL="256032" indent="-256032" algn="l">
              <a:spcAft>
                <a:spcPts val="700"/>
              </a:spcAft>
              <a:buClr>
                <a:srgbClr val="16A34A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Atualização instantânea: publicou, já está no 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1417320"/>
            <a:ext cx="4389120" cy="3017520"/>
          </a:xfrm>
          <a:prstGeom prst="roundRect">
            <a:avLst>
              <a:gd name="adj" fmla="val 2424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" name="Picture 8" descr="LuTriangleAlert_D977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45920"/>
            <a:ext cx="41148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0" y="1645920"/>
            <a:ext cx="347472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92400E"/>
                </a:solidFill>
              </a:rPr>
              <a:t>Não ganha, ou é desigual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240280"/>
            <a:ext cx="3931920" cy="2194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56032" algn="l">
              <a:spcAft>
                <a:spcPts val="700"/>
              </a:spcAft>
              <a:buClr>
                <a:srgbClr val="D97706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Bluetooth, NFC e USB pela Web: não no iOS</a:t>
            </a:r>
          </a:p>
          <a:p>
            <a:pPr marL="256032" indent="-256032" algn="l">
              <a:spcAft>
                <a:spcPts val="700"/>
              </a:spcAft>
              <a:buClr>
                <a:srgbClr val="D97706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iOS mais restrito em armazenamento e segundo plano</a:t>
            </a:r>
          </a:p>
          <a:p>
            <a:pPr marL="256032" indent="-256032" algn="l">
              <a:spcAft>
                <a:spcPts val="700"/>
              </a:spcAft>
              <a:buClr>
                <a:srgbClr val="D97706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Fora da App Store; na Play Store, só embrulhado (TWA)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466344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0" y="4709160"/>
            <a:ext cx="3977639" cy="12344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A8643E"/>
                </a:solidFill>
              </a:rPr>
              <a:t>Para o Forzy, nada disso é limitação: </a:t>
            </a:r>
            <a:r>
              <a:rPr sz="1600" b="0">
                <a:solidFill>
                  <a:srgbClr val="2B2B2B"/>
                </a:solidFill>
              </a:rPr>
              <a:t>ele é um painel que lê uma API.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HTTPS e o contexto seguro</a:t>
            </a:r>
          </a:p>
        </p:txBody>
      </p:sp>
      <p:sp>
        <p:nvSpPr>
          <p:cNvPr id="3" name="Numero da secao"/>
          <p:cNvSpPr txBox="1"/>
          <p:nvPr/>
        </p:nvSpPr>
        <p:spPr>
          <a:xfrm>
            <a:off x="6949440" y="1417320"/>
            <a:ext cx="42062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0">
                <a:solidFill>
                  <a:srgbClr val="A8643E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Contexto seguro</a:t>
            </a:r>
          </a:p>
        </p:txBody>
      </p:sp>
      <p:sp>
        <p:nvSpPr>
          <p:cNvPr id="3" name="Codigo"/>
          <p:cNvSpPr/>
          <p:nvPr/>
        </p:nvSpPr>
        <p:spPr>
          <a:xfrm>
            <a:off x="777240" y="1600200"/>
            <a:ext cx="5760720" cy="2011680"/>
          </a:xfrm>
          <a:prstGeom prst="roundRect">
            <a:avLst>
              <a:gd name="adj" fmla="val 4545"/>
            </a:avLst>
          </a:prstGeom>
          <a:solidFill>
            <a:srgbClr val="151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78408" y="1801368"/>
            <a:ext cx="5358383" cy="1609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window.isSecureContext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>
                <a:solidFill>
                  <a:srgbClr val="8B949E"/>
                </a:solidFill>
                <a:latin typeface="Consolas"/>
                <a:ea typeface="Consolas"/>
                <a:cs typeface="Consolas"/>
              </a:rPr>
              <a:t>// true   https://forzy.onrender.com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>
                <a:solidFill>
                  <a:srgbClr val="8B949E"/>
                </a:solidFill>
                <a:latin typeface="Consolas"/>
                <a:ea typeface="Consolas"/>
                <a:cs typeface="Consolas"/>
              </a:rPr>
              <a:t>// true   http://localhost:7860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>
                <a:solidFill>
                  <a:srgbClr val="8B949E"/>
                </a:solidFill>
                <a:latin typeface="Consolas"/>
                <a:ea typeface="Consolas"/>
                <a:cs typeface="Consolas"/>
              </a:rPr>
              <a:t>// false  http://192.168.0.10:7860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57596" y="1453896"/>
            <a:ext cx="943203" cy="274320"/>
          </a:xfrm>
          <a:prstGeom prst="roundRect">
            <a:avLst>
              <a:gd name="adj" fmla="val 50000"/>
            </a:avLst>
          </a:prstGeom>
          <a:solidFill>
            <a:srgbClr val="E2B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100" b="1">
                <a:solidFill>
                  <a:srgbClr val="2B2B2B"/>
                </a:solidFill>
              </a:rPr>
              <a:t>console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554480"/>
            <a:ext cx="438912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</a:rPr>
              <a:t>O navegador só libera service worker — e outras APIs poderosas — num contexto seguro:</a:t>
            </a:r>
          </a:p>
        </p:txBody>
      </p:sp>
      <p:sp>
        <p:nvSpPr>
          <p:cNvPr id="7" name="Oval 6"/>
          <p:cNvSpPr/>
          <p:nvPr/>
        </p:nvSpPr>
        <p:spPr>
          <a:xfrm>
            <a:off x="6949440" y="2606040"/>
            <a:ext cx="731520" cy="73152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LuLock_A864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004" y="2781604"/>
            <a:ext cx="380390" cy="3803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63840" y="2587752"/>
            <a:ext cx="356616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2B2B"/>
                </a:solidFill>
              </a:rPr>
              <a:t>HTTPS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953512"/>
            <a:ext cx="356616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E6A68"/>
                </a:solidFill>
              </a:rPr>
              <a:t>a página veio por conexão cifrada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0" y="3657600"/>
            <a:ext cx="731520" cy="73152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Picture 11" descr="LuLock_A864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004" y="3833164"/>
            <a:ext cx="380390" cy="38039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63840" y="3639312"/>
            <a:ext cx="356616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2B2B"/>
                </a:solidFill>
              </a:rPr>
              <a:t>localhost / 127.0.0.1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005072"/>
            <a:ext cx="356616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E6A68"/>
                </a:solidFill>
              </a:rPr>
              <a:t>exceção para desenvolver sem certificado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77639"/>
            <a:ext cx="5760720" cy="1920240"/>
          </a:xfrm>
          <a:prstGeom prst="roundRect">
            <a:avLst>
              <a:gd name="adj" fmla="val 3809"/>
            </a:avLst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069080"/>
            <a:ext cx="530352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A8643E"/>
                </a:solidFill>
              </a:rPr>
              <a:t>Sem contexto seguro</a:t>
            </a:r>
          </a:p>
          <a:p>
            <a:pPr marL="256032" indent="-256032" algn="l">
              <a:spcAft>
                <a:spcPts val="500"/>
              </a:spcAft>
              <a:buClr>
                <a:srgbClr val="A8643E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navigator.serviceWorker não existe</a:t>
            </a:r>
          </a:p>
          <a:p>
            <a:pPr marL="256032" indent="-256032" algn="l">
              <a:spcAft>
                <a:spcPts val="500"/>
              </a:spcAft>
              <a:buClr>
                <a:srgbClr val="A8643E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o app não é instalável</a:t>
            </a:r>
          </a:p>
          <a:p>
            <a:pPr marL="256032" indent="-256032" algn="l">
              <a:spcAft>
                <a:spcPts val="500"/>
              </a:spcAft>
              <a:buClr>
                <a:srgbClr val="A8643E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o site continua funcionando como site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4800600"/>
            <a:ext cx="4434840" cy="1097280"/>
          </a:xfrm>
          <a:prstGeom prst="roundRect">
            <a:avLst>
              <a:gd name="adj" fmla="val 6666"/>
            </a:avLst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4846320"/>
            <a:ext cx="406908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</a:rPr>
              <a:t>Render, Streamlit Cloud e GitHub Pages</a:t>
            </a:r>
            <a:r>
              <a:rPr sz="1500" b="0">
                <a:solidFill>
                  <a:srgbClr val="2B2B2B"/>
                </a:solidFill>
              </a:rPr>
              <a:t> já entregam HTTPS — nada a configurar.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Por que tanto rigor?</a:t>
            </a:r>
          </a:p>
        </p:txBody>
      </p:sp>
      <p:pic>
        <p:nvPicPr>
          <p:cNvPr id="3" name="Picture 2" descr="14_mit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10789920" cy="319228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7240" y="4800600"/>
            <a:ext cx="10607040" cy="10972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4846320"/>
            <a:ext cx="1014984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</a:rPr>
              <a:t>Um service worker é um </a:t>
            </a:r>
            <a:r>
              <a:rPr sz="1600" b="1">
                <a:solidFill>
                  <a:srgbClr val="2B2B2B"/>
                </a:solidFill>
              </a:rPr>
              <a:t>intermediário entre a página e a rede</a:t>
            </a:r>
            <a:r>
              <a:rPr sz="1600" b="0">
                <a:solidFill>
                  <a:srgbClr val="2B2B2B"/>
                </a:solidFill>
              </a:rPr>
              <a:t> — e continua instalado depois que o usuário sai daquela rede. O HTTPS garante que o </a:t>
            </a:r>
            <a:r>
              <a:rPr sz="16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sw.js</a:t>
            </a:r>
            <a:r>
              <a:rPr sz="1600" b="0">
                <a:solidFill>
                  <a:srgbClr val="2B2B2B"/>
                </a:solidFill>
              </a:rPr>
              <a:t> veio mesmo do seu servidor.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Na prática, para nós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54480"/>
            <a:ext cx="6583680" cy="77724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" name="Picture 3" descr="LuLock_16A3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37360"/>
            <a:ext cx="41148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0200" y="1609344"/>
            <a:ext cx="35661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http://localhost:7860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947672"/>
            <a:ext cx="35661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no seu computador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01368"/>
            <a:ext cx="587044" cy="292608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200" b="1">
                <a:solidFill>
                  <a:srgbClr val="166534"/>
                </a:solidFill>
              </a:rPr>
              <a:t>Sim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6583680" cy="77724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" name="Picture 8" descr="LuLockOpen_DC26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697480"/>
            <a:ext cx="41148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00200" y="2569464"/>
            <a:ext cx="35661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http://192.168.0.10:7860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907792"/>
            <a:ext cx="35661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IP do PC no celular: não registra, não instala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61488"/>
            <a:ext cx="587044" cy="292608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200" b="1">
                <a:solidFill>
                  <a:srgbClr val="991B1B"/>
                </a:solidFill>
              </a:rPr>
              <a:t>Não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74720"/>
            <a:ext cx="6583680" cy="77724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" name="Picture 13" descr="LuLock_16A3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657600"/>
            <a:ext cx="411480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00200" y="3529584"/>
            <a:ext cx="35661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https://forzy.onrender.com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867911"/>
            <a:ext cx="35661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publicado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721608"/>
            <a:ext cx="587044" cy="292608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200" b="1">
                <a:solidFill>
                  <a:srgbClr val="166534"/>
                </a:solidFill>
              </a:rPr>
              <a:t>Sim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1554480"/>
            <a:ext cx="3703320" cy="4343400"/>
          </a:xfrm>
          <a:prstGeom prst="roundRect">
            <a:avLst>
              <a:gd name="adj" fmla="val 1975"/>
            </a:avLst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7955279" y="178308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" name="Picture 19" descr="LuSmartphone_A864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1817" y="1969617"/>
            <a:ext cx="404164" cy="40416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955279" y="2697480"/>
            <a:ext cx="3200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A8643E"/>
                </a:solidFill>
              </a:rPr>
              <a:t>Testar no celular antes de publicar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383280"/>
            <a:ext cx="3200400" cy="2468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56032" algn="l">
              <a:spcAft>
                <a:spcPts val="800"/>
              </a:spcAft>
              <a:buClr>
                <a:srgbClr val="A8643E"/>
              </a:buClr>
              <a:buFont typeface="Arial"/>
              <a:buChar char="•"/>
            </a:pPr>
            <a:r>
              <a:rPr sz="1400" b="0">
                <a:solidFill>
                  <a:srgbClr val="2B2B2B"/>
                </a:solidFill>
              </a:rPr>
              <a:t>Celular no cabo USB, depuração USB ligada</a:t>
            </a:r>
          </a:p>
          <a:p>
            <a:pPr marL="256032" indent="-256032" algn="l">
              <a:spcAft>
                <a:spcPts val="800"/>
              </a:spcAft>
              <a:buClr>
                <a:srgbClr val="A8643E"/>
              </a:buClr>
              <a:buFont typeface="Arial"/>
              <a:buChar char="•"/>
            </a:pPr>
            <a:r>
              <a:rPr sz="14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chrome://inspect</a:t>
            </a:r>
            <a:r>
              <a:rPr sz="1400" b="0">
                <a:solidFill>
                  <a:srgbClr val="2B2B2B"/>
                </a:solidFill>
              </a:rPr>
              <a:t> → </a:t>
            </a:r>
            <a:r>
              <a:rPr sz="1400" b="1">
                <a:solidFill>
                  <a:srgbClr val="2B2B2B"/>
                </a:solidFill>
              </a:rPr>
              <a:t>Port forwarding</a:t>
            </a:r>
          </a:p>
          <a:p>
            <a:pPr marL="256032" indent="-256032" algn="l">
              <a:spcAft>
                <a:spcPts val="800"/>
              </a:spcAft>
              <a:buClr>
                <a:srgbClr val="A8643E"/>
              </a:buClr>
              <a:buFont typeface="Arial"/>
              <a:buChar char="•"/>
            </a:pPr>
            <a:r>
              <a:rPr sz="1400" b="0">
                <a:solidFill>
                  <a:srgbClr val="2B2B2B"/>
                </a:solidFill>
              </a:rPr>
              <a:t>O localhost:7860 do celular passa a ser o do computador — e conta como seguro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72000"/>
            <a:ext cx="6583680" cy="12801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A8643E"/>
                </a:solidFill>
              </a:rPr>
              <a:t>Regra: </a:t>
            </a:r>
            <a:r>
              <a:rPr sz="1600" b="0">
                <a:solidFill>
                  <a:srgbClr val="2B2B2B"/>
                </a:solidFill>
              </a:rPr>
              <a:t>para o navegador, </a:t>
            </a:r>
            <a:r>
              <a:rPr sz="16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192.168.x.x</a:t>
            </a:r>
            <a:r>
              <a:rPr sz="1600" b="0">
                <a:solidFill>
                  <a:srgbClr val="2B2B2B"/>
                </a:solidFill>
              </a:rPr>
              <a:t> é um site HTTP qualquer. O PWA só existe em HTTPS ou em </a:t>
            </a:r>
            <a:r>
              <a:rPr sz="16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localhost</a:t>
            </a:r>
            <a:r>
              <a:rPr sz="1600" b="0">
                <a:solidFill>
                  <a:srgbClr val="2B2B2B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Quando o navegador instala</a:t>
            </a:r>
          </a:p>
        </p:txBody>
      </p:sp>
      <p:sp>
        <p:nvSpPr>
          <p:cNvPr id="3" name="Numero da secao"/>
          <p:cNvSpPr txBox="1"/>
          <p:nvPr/>
        </p:nvSpPr>
        <p:spPr>
          <a:xfrm>
            <a:off x="6949440" y="1417320"/>
            <a:ext cx="42062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0">
                <a:solidFill>
                  <a:srgbClr val="A8643E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Os critérios do Chrome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6304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1645920"/>
            <a:ext cx="384048" cy="384048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14884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B2B2B"/>
                </a:solidFill>
              </a:rPr>
              <a:t>HTTPS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21488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ou localhost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6304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3657600" y="1645920"/>
            <a:ext cx="384048" cy="384048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48840"/>
            <a:ext cx="214884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name ou short_name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97480"/>
            <a:ext cx="21488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no manifesto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55080" y="1645920"/>
            <a:ext cx="384048" cy="384048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48840"/>
            <a:ext cx="214884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B2B2B"/>
                </a:solidFill>
              </a:rPr>
              <a:t>ícones 192 e 512 px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97480"/>
            <a:ext cx="21488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que existam de verdade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46304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9052560" y="1645920"/>
            <a:ext cx="384048" cy="384048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148840"/>
            <a:ext cx="214884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start_url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697480"/>
            <a:ext cx="21488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dentro do scope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0332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0120" y="3886200"/>
            <a:ext cx="384048" cy="384048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389120"/>
            <a:ext cx="214884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display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937760"/>
            <a:ext cx="21488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standalone, fullscreen, minimal-ui ou window-controls-overlay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370332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3657600" y="3886200"/>
            <a:ext cx="384048" cy="384048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389120"/>
            <a:ext cx="214884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prefer_related_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applications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937760"/>
            <a:ext cx="21488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ausente ou falso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70332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Oval 28"/>
          <p:cNvSpPr/>
          <p:nvPr/>
        </p:nvSpPr>
        <p:spPr>
          <a:xfrm>
            <a:off x="6355080" y="3886200"/>
            <a:ext cx="384048" cy="384048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389120"/>
            <a:ext cx="214884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B2B2B"/>
                </a:solidFill>
              </a:rPr>
              <a:t>interação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937760"/>
            <a:ext cx="21488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um toque e algum tempo na página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69680" y="370332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3" name="Picture 32" descr="LuCo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3886200"/>
            <a:ext cx="384048" cy="3840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052560" y="4343400"/>
            <a:ext cx="21945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E o service worker?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4754880"/>
            <a:ext cx="219456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Fora da lista desde o Chrome 108 (Android) e 112 (desktop)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Dois mal-entendidos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5448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000" y="1828800"/>
            <a:ext cx="1005840" cy="100584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LuEyeOff_A864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401" y="2070201"/>
            <a:ext cx="523036" cy="52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3063240"/>
            <a:ext cx="448056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A8643E"/>
                </a:solidFill>
              </a:rPr>
              <a:t>Janela anônima nunca instala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03320"/>
            <a:ext cx="448056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2B2B2B"/>
                </a:solidFill>
              </a:rPr>
              <a:t>O Chrome não oferece instalação em modo anônimo.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2B2B2B"/>
                </a:solidFill>
              </a:rPr>
              <a:t>Vale para testes automatizados: é preciso um perfil persistente.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6537960" y="1828800"/>
            <a:ext cx="1005840" cy="100584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" name="Picture 9" descr="LuBell_A864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9361" y="2070201"/>
            <a:ext cx="523036" cy="5230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7960" y="3063240"/>
            <a:ext cx="448056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A8643E"/>
                </a:solidFill>
              </a:rPr>
              <a:t>Instalável ≠ o banner apareceu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703320"/>
            <a:ext cx="448056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2B2B2B"/>
                </a:solidFill>
              </a:rPr>
              <a:t>O aviso automático depende de engajamento — e ainda de um service worker com fetch.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2B2B2B"/>
                </a:solidFill>
              </a:rPr>
              <a:t>Quem confirma é o menu ⋮ → Instalar app.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iPhone e iPad: Safari no iOS 26</a:t>
            </a:r>
          </a:p>
        </p:txBody>
      </p:sp>
      <p:sp>
        <p:nvSpPr>
          <p:cNvPr id="3" name="Oval 2"/>
          <p:cNvSpPr/>
          <p:nvPr/>
        </p:nvSpPr>
        <p:spPr>
          <a:xfrm>
            <a:off x="777240" y="1554480"/>
            <a:ext cx="822960" cy="82296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" name="Picture 3" descr="LuShare_A864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" y="1751990"/>
            <a:ext cx="427939" cy="4279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83080" y="1554480"/>
            <a:ext cx="3840480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</a:rPr>
              <a:t>Compartilhar → Adicionar à Tela de Início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286000"/>
            <a:ext cx="38404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o único caminho; nunca há aviso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926080"/>
            <a:ext cx="822960" cy="82296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LuAppWindow_A864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750" y="3123590"/>
            <a:ext cx="427939" cy="4279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83080" y="2926080"/>
            <a:ext cx="3840480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</a:rPr>
              <a:t>Abre como app web, por padrão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657600"/>
            <a:ext cx="38404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qualquer site, com ou sem manifesto (iOS 26)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297680"/>
            <a:ext cx="822960" cy="82296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Picture 11" descr="LuPalette_A864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750" y="4495190"/>
            <a:ext cx="427939" cy="4279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83080" y="4297680"/>
            <a:ext cx="3840480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</a:rPr>
              <a:t>O manifesto e as marcas apple-*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5029200"/>
            <a:ext cx="38404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decidem a aparência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943600" y="1600200"/>
          <a:ext cx="5440680" cy="22677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6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3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</a:rPr>
                        <a:t>Marca</a:t>
                      </a:r>
                    </a:p>
                  </a:txBody>
                  <a:tcPr anchor="ctr"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</a:rPr>
                        <a:t>Efeito no iOS</a:t>
                      </a:r>
                    </a:p>
                  </a:txBody>
                  <a:tcPr anchor="ctr">
                    <a:solidFill>
                      <a:srgbClr val="E2B1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onsolas"/>
                          <a:ea typeface="Consolas"/>
                          <a:cs typeface="Consolas"/>
                        </a:rPr>
                        <a:t>apple-touch-icon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</a:rPr>
                        <a:t>O ícone. Sem ela: uma captura de tela do site, encolhida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onsolas"/>
                          <a:ea typeface="Consolas"/>
                          <a:cs typeface="Consolas"/>
                        </a:rPr>
                        <a:t>apple-mobile-web-app-title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</a:rPr>
                        <a:t>O nome sob o ícone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onsolas"/>
                          <a:ea typeface="Consolas"/>
                          <a:cs typeface="Consolas"/>
                        </a:rPr>
                        <a:t>manifesto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</a:rPr>
                        <a:t>Nome, modo de exibição e cores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5943600" y="434340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Picture 16" descr="LuApple_A8643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4526280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66560" y="4434840"/>
            <a:ext cx="4480560" cy="1325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</a:rPr>
              <a:t>Ícone do iOS: </a:t>
            </a:r>
            <a:r>
              <a:rPr sz="1500" b="0">
                <a:solidFill>
                  <a:srgbClr val="2B2B2B"/>
                </a:solidFill>
              </a:rPr>
              <a:t>PNG de 180 × 180, </a:t>
            </a:r>
            <a:r>
              <a:rPr sz="1500" b="1">
                <a:solidFill>
                  <a:srgbClr val="A8643E"/>
                </a:solidFill>
              </a:rPr>
              <a:t>sem transparência</a:t>
            </a:r>
            <a:r>
              <a:rPr sz="1500" b="0">
                <a:solidFill>
                  <a:srgbClr val="2B2B2B"/>
                </a:solidFill>
              </a:rPr>
              <a:t>. O sistema arredonda os cantos; cantos transparentes aparecem pretos.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Como cada plataforma instala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63040"/>
            <a:ext cx="3291840" cy="4434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" y="1737360"/>
            <a:ext cx="868680" cy="86868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LuSmartphone_A864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043" y="1945843"/>
            <a:ext cx="451713" cy="4517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57400" y="1783080"/>
            <a:ext cx="1920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2B2B"/>
                </a:solidFill>
              </a:rPr>
              <a:t>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2194560"/>
            <a:ext cx="19202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E6A68"/>
                </a:solidFill>
              </a:rPr>
              <a:t>Chrome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80360"/>
            <a:ext cx="2788920" cy="2926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56032" algn="l">
              <a:spcAft>
                <a:spcPts val="1000"/>
              </a:spcAft>
              <a:buClr>
                <a:srgbClr val="A8643E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Menu ⋮ → Instalar app, ou o aviso automático</a:t>
            </a:r>
          </a:p>
          <a:p>
            <a:pPr marL="256032" indent="-256032" algn="l">
              <a:spcAft>
                <a:spcPts val="1000"/>
              </a:spcAft>
              <a:buClr>
                <a:srgbClr val="A8643E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Ícone maskable, recortado no formato do aparelho</a:t>
            </a:r>
          </a:p>
          <a:p>
            <a:pPr marL="256032" indent="-256032" algn="l">
              <a:spcAft>
                <a:spcPts val="1000"/>
              </a:spcAft>
              <a:buClr>
                <a:srgbClr val="A8643E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Atalhos no toque longo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291840" cy="4434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4617720" y="1737360"/>
            <a:ext cx="868680" cy="86868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LuApple_A864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203" y="1945843"/>
            <a:ext cx="451713" cy="45171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23560" y="1783080"/>
            <a:ext cx="1920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2B2B"/>
                </a:solidFill>
              </a:rPr>
              <a:t>iPhone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194560"/>
            <a:ext cx="19202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E6A68"/>
                </a:solidFill>
              </a:rPr>
              <a:t>Safari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80360"/>
            <a:ext cx="2788920" cy="2926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56032" algn="l">
              <a:spcAft>
                <a:spcPts val="1000"/>
              </a:spcAft>
              <a:buClr>
                <a:srgbClr val="A8643E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Compartilhar → Adicionar à Tela de Início</a:t>
            </a:r>
          </a:p>
          <a:p>
            <a:pPr marL="256032" indent="-256032" algn="l">
              <a:spcAft>
                <a:spcPts val="1000"/>
              </a:spcAft>
              <a:buClr>
                <a:srgbClr val="A8643E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Ícone do apple-touch-icon</a:t>
            </a:r>
          </a:p>
          <a:p>
            <a:pPr marL="256032" indent="-256032" algn="l">
              <a:spcAft>
                <a:spcPts val="1000"/>
              </a:spcAft>
              <a:buClr>
                <a:srgbClr val="A8643E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Sem atalhos e sem aviso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1463040"/>
            <a:ext cx="3291840" cy="4434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8183880" y="1737360"/>
            <a:ext cx="868680" cy="86868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Picture 16" descr="LuMonitor_A864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2363" y="1945843"/>
            <a:ext cx="451713" cy="45171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89720" y="1783080"/>
            <a:ext cx="1920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2B2B"/>
                </a:solidFill>
              </a:rPr>
              <a:t>Computador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194560"/>
            <a:ext cx="19202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E6A68"/>
                </a:solidFill>
              </a:rPr>
              <a:t>Chrome ou 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2880360"/>
            <a:ext cx="2788920" cy="2926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56032" algn="l">
              <a:spcAft>
                <a:spcPts val="1000"/>
              </a:spcAft>
              <a:buClr>
                <a:srgbClr val="A8643E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Ícone de instalação na barra de endereços</a:t>
            </a:r>
          </a:p>
          <a:p>
            <a:pPr marL="256032" indent="-256032" algn="l">
              <a:spcAft>
                <a:spcPts val="1000"/>
              </a:spcAft>
              <a:buClr>
                <a:srgbClr val="A8643E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Janela própria, menu Iniciar ou Launchpad</a:t>
            </a:r>
          </a:p>
          <a:p>
            <a:pPr marL="256032" indent="-256032" algn="l">
              <a:spcAft>
                <a:spcPts val="1000"/>
              </a:spcAft>
              <a:buClr>
                <a:srgbClr val="A8643E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Bom para um monitor fixo na sala de controle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manifesto em profundidade</a:t>
            </a:r>
          </a:p>
        </p:txBody>
      </p:sp>
      <p:sp>
        <p:nvSpPr>
          <p:cNvPr id="3" name="Numero da secao"/>
          <p:cNvSpPr txBox="1"/>
          <p:nvPr/>
        </p:nvSpPr>
        <p:spPr>
          <a:xfrm>
            <a:off x="6949440" y="1417320"/>
            <a:ext cx="42062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0">
                <a:solidFill>
                  <a:srgbClr val="A8643E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Onde mora o link do manifesto</a:t>
            </a:r>
          </a:p>
        </p:txBody>
      </p:sp>
      <p:sp>
        <p:nvSpPr>
          <p:cNvPr id="3" name="Codigo"/>
          <p:cNvSpPr/>
          <p:nvPr/>
        </p:nvSpPr>
        <p:spPr>
          <a:xfrm>
            <a:off x="777240" y="1463040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151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78408" y="1664208"/>
            <a:ext cx="10204704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7EE787"/>
                </a:solidFill>
                <a:latin typeface="Consolas"/>
                <a:ea typeface="Consolas"/>
                <a:cs typeface="Consolas"/>
              </a:rPr>
              <a:t>&lt;link</a:t>
            </a:r>
            <a:r>
              <a:rPr sz="20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2000">
                <a:solidFill>
                  <a:srgbClr val="79C0FF"/>
                </a:solidFill>
                <a:latin typeface="Consolas"/>
                <a:ea typeface="Consolas"/>
                <a:cs typeface="Consolas"/>
              </a:rPr>
              <a:t>rel</a:t>
            </a:r>
            <a:r>
              <a:rPr sz="20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200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"manifest"</a:t>
            </a:r>
            <a:r>
              <a:rPr sz="20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2000">
                <a:solidFill>
                  <a:srgbClr val="79C0FF"/>
                </a:solidFill>
                <a:latin typeface="Consolas"/>
                <a:ea typeface="Consolas"/>
                <a:cs typeface="Consolas"/>
              </a:rPr>
              <a:t>href</a:t>
            </a:r>
            <a:r>
              <a:rPr sz="20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200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"manifest.webmanifest"</a:t>
            </a:r>
            <a:r>
              <a:rPr sz="2000">
                <a:solidFill>
                  <a:srgbClr val="7EE787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99471" y="1316736"/>
            <a:ext cx="847648" cy="274320"/>
          </a:xfrm>
          <a:prstGeom prst="roundRect">
            <a:avLst>
              <a:gd name="adj" fmla="val 50000"/>
            </a:avLst>
          </a:prstGeom>
          <a:solidFill>
            <a:srgbClr val="E2B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100" b="1">
                <a:solidFill>
                  <a:srgbClr val="2B2B2B"/>
                </a:solidFill>
              </a:rPr>
              <a:t>&lt;head&gt;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514600"/>
            <a:ext cx="3291840" cy="2377440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2697480"/>
            <a:ext cx="384048" cy="384048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2880360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2B2B"/>
                </a:solidFill>
              </a:rPr>
              <a:t>Só vale o do documento principal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2880360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E6A68"/>
                </a:solidFill>
              </a:rPr>
              <a:t>Um manifesto declarado dentro de um iframe é ignorado.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514600"/>
            <a:ext cx="3291840" cy="2377440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0" y="2697480"/>
            <a:ext cx="384048" cy="384048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00400"/>
            <a:ext cx="2880360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2B2B"/>
                </a:solidFill>
              </a:rPr>
              <a:t>Só vale no &lt;head&gt;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931920"/>
            <a:ext cx="2880360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E6A68"/>
                </a:solidFill>
              </a:rPr>
              <a:t>Um &lt;link rel="manifest"&gt; escrito no &lt;body&gt; é ignorado.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2514600"/>
            <a:ext cx="3291840" cy="2377440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8138160" y="2697480"/>
            <a:ext cx="384048" cy="384048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200400"/>
            <a:ext cx="2880360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2B2B"/>
                </a:solidFill>
              </a:rPr>
              <a:t>Se houver dois, vale o primeiro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931920"/>
            <a:ext cx="2880360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E6A68"/>
                </a:solidFill>
              </a:rPr>
              <a:t>O segundo nunca é lido.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106070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</a:rPr>
              <a:t>Extensão oficial: </a:t>
            </a:r>
            <a:r>
              <a:rPr sz="15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.webmanifest</a:t>
            </a:r>
            <a:r>
              <a:rPr sz="1500" b="0">
                <a:solidFill>
                  <a:srgbClr val="2B2B2B"/>
                </a:solidFill>
              </a:rPr>
              <a:t>, tipo </a:t>
            </a:r>
            <a:r>
              <a:rPr sz="15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application/manifest+json</a:t>
            </a:r>
            <a:r>
              <a:rPr sz="1500" b="0">
                <a:solidFill>
                  <a:srgbClr val="2B2B2B"/>
                </a:solidFill>
              </a:rPr>
              <a:t> (um </a:t>
            </a:r>
            <a:r>
              <a:rPr sz="15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.json</a:t>
            </a:r>
            <a:r>
              <a:rPr sz="1500" b="0">
                <a:solidFill>
                  <a:srgbClr val="2B2B2B"/>
                </a:solidFill>
              </a:rPr>
              <a:t> também funciona). </a:t>
            </a:r>
            <a:r>
              <a:rPr sz="1500" b="1">
                <a:solidFill>
                  <a:srgbClr val="A8643E"/>
                </a:solidFill>
              </a:rPr>
              <a:t>Essas regras vão decidir os caminhos do Gradio e do Streamlit.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O manifesto do Forzy</a:t>
            </a:r>
          </a:p>
        </p:txBody>
      </p:sp>
      <p:sp>
        <p:nvSpPr>
          <p:cNvPr id="3" name="Codigo"/>
          <p:cNvSpPr/>
          <p:nvPr/>
        </p:nvSpPr>
        <p:spPr>
          <a:xfrm>
            <a:off x="777240" y="1417320"/>
            <a:ext cx="6035040" cy="4572000"/>
          </a:xfrm>
          <a:prstGeom prst="roundRect">
            <a:avLst>
              <a:gd name="adj" fmla="val 2000"/>
            </a:avLst>
          </a:prstGeom>
          <a:solidFill>
            <a:srgbClr val="151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78408" y="1618488"/>
            <a:ext cx="5632703" cy="41696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52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"id"</a:t>
            </a: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52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"/"</a:t>
            </a: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52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"name"</a:t>
            </a: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52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"Forzy · Digital Twin"</a:t>
            </a: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52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"short_name"</a:t>
            </a: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52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"Forzy"</a:t>
            </a: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52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"description"</a:t>
            </a: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52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"Monitoramento de motores..."</a:t>
            </a: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52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"lang"</a:t>
            </a: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52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"pt-BR"</a:t>
            </a: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52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"start_url"</a:t>
            </a: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52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"/"</a:t>
            </a: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52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"scope"</a:t>
            </a: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52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"/"</a:t>
            </a: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52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"display"</a:t>
            </a: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52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"standalone"</a:t>
            </a: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52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"orientation"</a:t>
            </a: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52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"portrait"</a:t>
            </a: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52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"background_color"</a:t>
            </a: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52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"#FFFFFF"</a:t>
            </a: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52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"theme_color"</a:t>
            </a: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52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"#FFFFFF"</a:t>
            </a: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52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"icons"</a:t>
            </a: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[ ... 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52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"shortcuts"</a:t>
            </a: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[ ... 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2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9703" y="1271016"/>
            <a:ext cx="2185415" cy="274320"/>
          </a:xfrm>
          <a:prstGeom prst="roundRect">
            <a:avLst>
              <a:gd name="adj" fmla="val 50000"/>
            </a:avLst>
          </a:prstGeom>
          <a:solidFill>
            <a:srgbClr val="E2B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100" b="1">
                <a:solidFill>
                  <a:srgbClr val="2B2B2B"/>
                </a:solidFill>
              </a:rPr>
              <a:t>manifest.webmanifest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417320"/>
            <a:ext cx="4251960" cy="1371600"/>
          </a:xfrm>
          <a:prstGeom prst="roundRect">
            <a:avLst>
              <a:gd name="adj" fmla="val 5333"/>
            </a:avLst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0" y="169164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LuFileText_A864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737" y="1878177"/>
            <a:ext cx="404164" cy="404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75320" y="1508760"/>
            <a:ext cx="30175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A8643E"/>
                </a:solidFill>
              </a:rPr>
              <a:t>Identidade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1874519"/>
            <a:ext cx="30175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id · name · short_name · description · lang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377440"/>
            <a:ext cx="30175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quem é o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971800"/>
            <a:ext cx="4251960" cy="1371600"/>
          </a:xfrm>
          <a:prstGeom prst="roundRect">
            <a:avLst>
              <a:gd name="adj" fmla="val 5333"/>
            </a:avLst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7315200" y="324612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" name="Picture 13" descr="LuMapPin_A864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1737" y="3432657"/>
            <a:ext cx="404164" cy="4041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75320" y="3063240"/>
            <a:ext cx="30175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A8643E"/>
                </a:solidFill>
              </a:rPr>
              <a:t>Navegação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429000"/>
            <a:ext cx="30175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start_url · scope · display · orientation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931920"/>
            <a:ext cx="30175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por onde ele anda e como abre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4526280"/>
            <a:ext cx="4251960" cy="1371600"/>
          </a:xfrm>
          <a:prstGeom prst="roundRect">
            <a:avLst>
              <a:gd name="adj" fmla="val 5333"/>
            </a:avLst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15200" y="480060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" name="Picture 19" descr="LuPalette_A864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7" y="4987137"/>
            <a:ext cx="404164" cy="40416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75320" y="4617720"/>
            <a:ext cx="30175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A8643E"/>
                </a:solidFill>
              </a:rPr>
              <a:t>Aparência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983480"/>
            <a:ext cx="30175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background_color · theme_color · icons · shortcuts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5486400"/>
            <a:ext cx="30175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como ele se apresenta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Os campos: identidade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7240" y="1463040"/>
          <a:ext cx="10607040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</a:rPr>
                        <a:t>Campo</a:t>
                      </a:r>
                    </a:p>
                  </a:txBody>
                  <a:tcPr anchor="ctr"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</a:rPr>
                        <a:t>O que faz</a:t>
                      </a:r>
                    </a:p>
                  </a:txBody>
                  <a:tcPr anchor="ctr"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</a:rPr>
                        <a:t>Erro comum</a:t>
                      </a:r>
                    </a:p>
                  </a:txBody>
                  <a:tcPr anchor="ctr">
                    <a:solidFill>
                      <a:srgbClr val="E2B1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Identidade do app instalado: a versão nova é o mesmo app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Mudar depois de publicar: vira outro app, dois ícones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  <a:latin typeface="Consolas"/>
                          <a:ea typeface="Consolas"/>
                          <a:cs typeface="Consolas"/>
                        </a:rPr>
                        <a:t>name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Nome completo: abertura, lista de apps, instalação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Deixar o padrão do framework: "Gradio", "Streamlit"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  <a:latin typeface="Consolas"/>
                          <a:ea typeface="Consolas"/>
                          <a:cs typeface="Consolas"/>
                        </a:rPr>
                        <a:t>short_name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Nome sob o ícone, onde cabem ~12 caracteres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Omitir: o sistema corta — "Forzy · Digi…"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  <a:latin typeface="Consolas"/>
                          <a:ea typeface="Consolas"/>
                          <a:cs typeface="Consolas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Texto da janela de instalação (Android e desktop)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  <a:latin typeface="Consolas"/>
                          <a:ea typeface="Consolas"/>
                          <a:cs typeface="Consolas"/>
                        </a:rPr>
                        <a:t>lang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Idioma dos textos do manifesto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B2B2B"/>
                          </a:solidFill>
                          <a:latin typeface="Consolas"/>
                          <a:ea typeface="Consolas"/>
                          <a:cs typeface="Consolas"/>
                        </a:rPr>
                        <a:t>prefer_related_applications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Se true, indica o app da loja em vez do PWA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Copiar de um exemplo com true: não instala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Os campos: navegação e aparência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7240" y="1417320"/>
          <a:ext cx="10607040" cy="46085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</a:rPr>
                        <a:t>Campo</a:t>
                      </a:r>
                    </a:p>
                  </a:txBody>
                  <a:tcPr anchor="ctr"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</a:rPr>
                        <a:t>O que faz</a:t>
                      </a:r>
                    </a:p>
                  </a:txBody>
                  <a:tcPr anchor="ctr"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</a:rPr>
                        <a:t>Erro comum</a:t>
                      </a:r>
                    </a:p>
                  </a:txBody>
                  <a:tcPr anchor="ctr">
                    <a:solidFill>
                      <a:srgbClr val="E2B1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  <a:latin typeface="Consolas"/>
                          <a:ea typeface="Consolas"/>
                          <a:cs typeface="Consolas"/>
                        </a:rPr>
                        <a:t>start_url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Endereço aberto ao tocar no ícone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Fora do scope: o app não instala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  <a:latin typeface="Consolas"/>
                          <a:ea typeface="Consolas"/>
                          <a:cs typeface="Consolas"/>
                        </a:rPr>
                        <a:t>scope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Quais endereços fazem parte do app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Menor que o app: surge uma barra de navegador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  <a:latin typeface="Consolas"/>
                          <a:ea typeface="Consolas"/>
                          <a:cs typeface="Consolas"/>
                        </a:rPr>
                        <a:t>display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Como a janela se apresenta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browser: abre como aba comum e não instala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  <a:latin typeface="Consolas"/>
                          <a:ea typeface="Consolas"/>
                          <a:cs typeface="Consolas"/>
                        </a:rPr>
                        <a:t>orientation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Trava a orientação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Retrato num app que precisa de gráfico largo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  <a:latin typeface="Consolas"/>
                          <a:ea typeface="Consolas"/>
                          <a:cs typeface="Consolas"/>
                        </a:rPr>
                        <a:t>background_color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Cor da tela de abertura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Diferente do fundo do app: a abertura pisca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  <a:latin typeface="Consolas"/>
                          <a:ea typeface="Consolas"/>
                          <a:cs typeface="Consolas"/>
                        </a:rPr>
                        <a:t>theme_color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Cor da barra do sistema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Esquecer o modo escuro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  <a:latin typeface="Consolas"/>
                          <a:ea typeface="Consolas"/>
                          <a:cs typeface="Consolas"/>
                        </a:rPr>
                        <a:t>icons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Os ícones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Declarar um ícone que não existe, ou com outro tamanho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  <a:latin typeface="Consolas"/>
                          <a:ea typeface="Consolas"/>
                          <a:cs typeface="Consolas"/>
                        </a:rPr>
                        <a:t>shortcuts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Atalhos do toque longo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URL relativa resolvida a partir do lugar errado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Endereços partem do manifesto</a:t>
            </a:r>
          </a:p>
        </p:txBody>
      </p:sp>
      <p:pic>
        <p:nvPicPr>
          <p:cNvPr id="3" name="Picture 2" descr="16_resolu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17320"/>
            <a:ext cx="10607040" cy="258288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7240" y="4251960"/>
            <a:ext cx="5166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4343400"/>
            <a:ext cx="475488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A8643E"/>
                </a:solidFill>
              </a:rPr>
              <a:t>A regra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start_url</a:t>
            </a:r>
            <a:r>
              <a:rPr sz="1500" b="0">
                <a:solidFill>
                  <a:srgbClr val="2B2B2B"/>
                </a:solidFill>
              </a:rPr>
              <a:t>, </a:t>
            </a:r>
            <a:r>
              <a:rPr sz="15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scope</a:t>
            </a:r>
            <a:r>
              <a:rPr sz="1500" b="0">
                <a:solidFill>
                  <a:srgbClr val="2B2B2B"/>
                </a:solidFill>
              </a:rPr>
              <a:t>, ícones e atalhos são resolvidos a partir do endereço </a:t>
            </a:r>
            <a:r>
              <a:rPr sz="1500" b="1">
                <a:solidFill>
                  <a:srgbClr val="2B2B2B"/>
                </a:solidFill>
              </a:rPr>
              <a:t>do manifesto</a:t>
            </a:r>
            <a:r>
              <a:rPr sz="1500" b="0">
                <a:solidFill>
                  <a:srgbClr val="2B2B2B"/>
                </a:solidFill>
              </a:rPr>
              <a:t> — não da página.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251960"/>
            <a:ext cx="5166360" cy="1645920"/>
          </a:xfrm>
          <a:prstGeom prst="roundRect">
            <a:avLst>
              <a:gd name="adj" fmla="val 4444"/>
            </a:avLst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4343400"/>
            <a:ext cx="475488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A8643E"/>
                </a:solidFill>
              </a:rPr>
              <a:t>O escopo não precisa estar na pasta do manifesto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</a:rPr>
              <a:t>Só na mesma origem — protocolo, domínio e porta —, e com o start_url dentro dele.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Os modos de exibição (display)</a:t>
            </a:r>
          </a:p>
        </p:txBody>
      </p:sp>
      <p:pic>
        <p:nvPicPr>
          <p:cNvPr id="3" name="Picture 2" descr="12_dis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8857712" cy="4617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463040"/>
            <a:ext cx="19202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Sem suporte ao modo pedido, o navegador desce: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37744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46920" y="2377440"/>
            <a:ext cx="18288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fullscreen</a:t>
            </a:r>
          </a:p>
        </p:txBody>
      </p:sp>
      <p:sp>
        <p:nvSpPr>
          <p:cNvPr id="7" name="Down Arrow 6"/>
          <p:cNvSpPr/>
          <p:nvPr/>
        </p:nvSpPr>
        <p:spPr>
          <a:xfrm>
            <a:off x="10451592" y="2880360"/>
            <a:ext cx="219456" cy="320040"/>
          </a:xfrm>
          <a:prstGeom prst="downArrow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46920" y="32461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E2B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46920" y="3246120"/>
            <a:ext cx="18288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standalone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0451592" y="3749039"/>
            <a:ext cx="219456" cy="320040"/>
          </a:xfrm>
          <a:prstGeom prst="downArrow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46920" y="41148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46920" y="4114800"/>
            <a:ext cx="18288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minimal-ui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0451592" y="4617720"/>
            <a:ext cx="219456" cy="320040"/>
          </a:xfrm>
          <a:prstGeom prst="downArrow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46920" y="4983479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46920" y="4983479"/>
            <a:ext cx="18288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browser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5806440"/>
            <a:ext cx="21031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E6A68"/>
                </a:solidFill>
              </a:rPr>
              <a:t>window-controls-overlay: só desktop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Ícones: any × maskable</a:t>
            </a:r>
          </a:p>
        </p:txBody>
      </p:sp>
      <p:pic>
        <p:nvPicPr>
          <p:cNvPr id="3" name="Picture 2" descr="10_ic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71600"/>
            <a:ext cx="10607040" cy="204810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7240" y="361188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3703320"/>
            <a:ext cx="30175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A8643E"/>
                </a:solidFill>
                <a:latin typeface="Consolas"/>
                <a:ea typeface="Consolas"/>
                <a:cs typeface="Consolas"/>
              </a:rPr>
              <a:t>"purpose": "any"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06240"/>
            <a:ext cx="3017520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</a:rPr>
              <a:t>O ícone como ele é. Pode ter cantos transparentes.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E6A68"/>
                </a:solidFill>
              </a:rPr>
              <a:t>Desktop, lista de apps, janela de instalação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61188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3703320"/>
            <a:ext cx="30175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A8643E"/>
                </a:solidFill>
                <a:latin typeface="Consolas"/>
                <a:ea typeface="Consolas"/>
                <a:cs typeface="Consolas"/>
              </a:rPr>
              <a:t>"purpose": "maskable"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206240"/>
            <a:ext cx="3017520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</a:rPr>
              <a:t>Fundo até a borda; símbolo no círculo central de 80%.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E6A68"/>
                </a:solidFill>
              </a:rPr>
              <a:t>Android, que recorta no formato do aparelho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361188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3703320"/>
            <a:ext cx="2926080" cy="2148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Por que separados?</a:t>
            </a:r>
          </a:p>
          <a:p>
            <a:pPr marL="256032" indent="-256032" algn="l">
              <a:spcAft>
                <a:spcPts val="600"/>
              </a:spcAft>
              <a:buClr>
                <a:srgbClr val="FFFFFF"/>
              </a:buClr>
              <a:buFont typeface="Arial"/>
              <a:buChar char="•"/>
            </a:pPr>
            <a:r>
              <a:rPr sz="1300" b="0">
                <a:solidFill>
                  <a:srgbClr val="FFFFFF"/>
                </a:solidFill>
              </a:rPr>
              <a:t>maskable usado como any: símbolo pequeno demais</a:t>
            </a:r>
          </a:p>
          <a:p>
            <a:pPr marL="256032" indent="-256032" algn="l">
              <a:spcAft>
                <a:spcPts val="600"/>
              </a:spcAft>
              <a:buClr>
                <a:srgbClr val="FFFFFF"/>
              </a:buClr>
              <a:buFont typeface="Arial"/>
              <a:buChar char="•"/>
            </a:pPr>
            <a:r>
              <a:rPr sz="1300" b="0">
                <a:solidFill>
                  <a:srgbClr val="FFFFFF"/>
                </a:solidFill>
              </a:rPr>
              <a:t>any usado como maskable: encolhido num círculo branco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Cores e modo escuro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63040"/>
            <a:ext cx="5120640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5840" y="17373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20240" y="1572768"/>
            <a:ext cx="38404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A8643E"/>
                </a:solidFill>
                <a:latin typeface="Consolas"/>
                <a:ea typeface="Consolas"/>
                <a:cs typeface="Consolas"/>
              </a:rPr>
              <a:t>background_color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938528"/>
            <a:ext cx="38404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</a:rPr>
              <a:t>tela de abertura, enquanto o app carrega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267712"/>
            <a:ext cx="38404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use o fundo do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80360"/>
            <a:ext cx="5120640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315468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20240" y="2990088"/>
            <a:ext cx="38404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A8643E"/>
                </a:solidFill>
                <a:latin typeface="Consolas"/>
                <a:ea typeface="Consolas"/>
                <a:cs typeface="Consolas"/>
              </a:rPr>
              <a:t>theme_color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355848"/>
            <a:ext cx="38404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</a:rPr>
              <a:t>barra do sistema (status, título)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685032"/>
            <a:ext cx="38404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o Forzy usa o fundo; a marca fica no ícone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463040"/>
            <a:ext cx="512064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</a:rPr>
              <a:t>O manifesto aceita </a:t>
            </a:r>
            <a:r>
              <a:rPr sz="1600" b="1">
                <a:solidFill>
                  <a:srgbClr val="2B2B2B"/>
                </a:solidFill>
              </a:rPr>
              <a:t>uma</a:t>
            </a:r>
            <a:r>
              <a:rPr sz="1600" b="0">
                <a:solidFill>
                  <a:srgbClr val="2B2B2B"/>
                </a:solidFill>
              </a:rPr>
              <a:t> cor de cada. Para o modo escuro, a </a:t>
            </a:r>
            <a:r>
              <a:rPr sz="16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&lt;meta&gt;</a:t>
            </a:r>
            <a:r>
              <a:rPr sz="1600" b="0">
                <a:solidFill>
                  <a:srgbClr val="2B2B2B"/>
                </a:solidFill>
              </a:rPr>
              <a:t> da página, que tem prioridade enquanto o app está aberto:</a:t>
            </a:r>
          </a:p>
        </p:txBody>
      </p:sp>
      <p:sp>
        <p:nvSpPr>
          <p:cNvPr id="14" name="Codigo"/>
          <p:cNvSpPr/>
          <p:nvPr/>
        </p:nvSpPr>
        <p:spPr>
          <a:xfrm>
            <a:off x="6263640" y="283464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151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7" y="3035808"/>
            <a:ext cx="4718303" cy="8321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7EE787"/>
                </a:solidFill>
                <a:latin typeface="Consolas"/>
                <a:ea typeface="Consolas"/>
                <a:cs typeface="Consolas"/>
              </a:rPr>
              <a:t>&lt;meta</a:t>
            </a:r>
            <a:r>
              <a:rPr sz="13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00">
                <a:solidFill>
                  <a:srgbClr val="79C0FF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3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30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"theme-color"</a:t>
            </a:r>
            <a:r>
              <a:rPr sz="13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00">
                <a:solidFill>
                  <a:srgbClr val="79C0FF"/>
                </a:solidFill>
                <a:latin typeface="Consolas"/>
                <a:ea typeface="Consolas"/>
                <a:cs typeface="Consolas"/>
              </a:rPr>
              <a:t>content</a:t>
            </a:r>
            <a:r>
              <a:rPr sz="13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30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"#FFFFFF"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300">
                <a:solidFill>
                  <a:srgbClr val="79C0FF"/>
                </a:solidFill>
                <a:latin typeface="Consolas"/>
                <a:ea typeface="Consolas"/>
                <a:cs typeface="Consolas"/>
              </a:rPr>
              <a:t>media</a:t>
            </a:r>
            <a:r>
              <a:rPr sz="13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30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"(prefers-color-scheme: light)"</a:t>
            </a:r>
            <a:r>
              <a:rPr sz="1300">
                <a:solidFill>
                  <a:srgbClr val="7EE787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7EE787"/>
                </a:solidFill>
                <a:latin typeface="Consolas"/>
                <a:ea typeface="Consolas"/>
                <a:cs typeface="Consolas"/>
              </a:rPr>
              <a:t>&lt;meta</a:t>
            </a:r>
            <a:r>
              <a:rPr sz="13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00">
                <a:solidFill>
                  <a:srgbClr val="79C0FF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3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30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"theme-color"</a:t>
            </a:r>
            <a:r>
              <a:rPr sz="13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00">
                <a:solidFill>
                  <a:srgbClr val="79C0FF"/>
                </a:solidFill>
                <a:latin typeface="Consolas"/>
                <a:ea typeface="Consolas"/>
                <a:cs typeface="Consolas"/>
              </a:rPr>
              <a:t>content</a:t>
            </a:r>
            <a:r>
              <a:rPr sz="13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30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"#0E1117"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300">
                <a:solidFill>
                  <a:srgbClr val="79C0FF"/>
                </a:solidFill>
                <a:latin typeface="Consolas"/>
                <a:ea typeface="Consolas"/>
                <a:cs typeface="Consolas"/>
              </a:rPr>
              <a:t>media</a:t>
            </a:r>
            <a:r>
              <a:rPr sz="13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30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"(prefers-color-scheme: dark)"</a:t>
            </a:r>
            <a:r>
              <a:rPr sz="1300">
                <a:solidFill>
                  <a:srgbClr val="7EE787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4840"/>
            <a:ext cx="10607040" cy="1417320"/>
          </a:xfrm>
          <a:prstGeom prst="roundRect">
            <a:avLst>
              <a:gd name="adj" fmla="val 5161"/>
            </a:avLst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Picture 16" descr="LuMoon_A864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800600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783080" y="4480560"/>
            <a:ext cx="9418320" cy="1325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</a:rPr>
              <a:t>Gradio e Streamlit não deixam escrever essas marcas no HTML. </a:t>
            </a:r>
            <a:r>
              <a:rPr sz="1500" b="0">
                <a:solidFill>
                  <a:srgbClr val="2B2B2B"/>
                </a:solidFill>
              </a:rPr>
              <a:t>No Forzy, um script cria uma única </a:t>
            </a:r>
            <a:r>
              <a:rPr sz="15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&lt;meta name="theme-color"&gt;</a:t>
            </a:r>
            <a:r>
              <a:rPr sz="1500" b="0">
                <a:solidFill>
                  <a:srgbClr val="2B2B2B"/>
                </a:solidFill>
              </a:rPr>
              <a:t> e troca o </a:t>
            </a:r>
            <a:r>
              <a:rPr sz="15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content</a:t>
            </a:r>
            <a:r>
              <a:rPr sz="1500" b="0">
                <a:solidFill>
                  <a:srgbClr val="2B2B2B"/>
                </a:solidFill>
              </a:rPr>
              <a:t> quando o sistema muda de modo (</a:t>
            </a:r>
            <a:r>
              <a:rPr sz="15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matchMedia</a:t>
            </a:r>
            <a:r>
              <a:rPr sz="1500" b="0">
                <a:solidFill>
                  <a:srgbClr val="2B2B2B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Atalhos (shortcuts)</a:t>
            </a:r>
          </a:p>
        </p:txBody>
      </p:sp>
      <p:pic>
        <p:nvPicPr>
          <p:cNvPr id="4" name="Picture 3" descr="15_atalh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71600"/>
            <a:ext cx="2580225" cy="4663440"/>
          </a:xfrm>
          <a:prstGeom prst="rect">
            <a:avLst/>
          </a:prstGeom>
        </p:spPr>
      </p:pic>
      <p:sp>
        <p:nvSpPr>
          <p:cNvPr id="5" name="Codigo"/>
          <p:cNvSpPr/>
          <p:nvPr/>
        </p:nvSpPr>
        <p:spPr>
          <a:xfrm>
            <a:off x="3657600" y="1463040"/>
            <a:ext cx="7726679" cy="1828800"/>
          </a:xfrm>
          <a:prstGeom prst="roundRect">
            <a:avLst>
              <a:gd name="adj" fmla="val 5000"/>
            </a:avLst>
          </a:prstGeom>
          <a:solidFill>
            <a:srgbClr val="151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58768" y="1664208"/>
            <a:ext cx="7324344" cy="1426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9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"shortcuts"</a:t>
            </a:r>
            <a:r>
              <a:rPr sz="139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9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{</a:t>
            </a:r>
            <a:r>
              <a:rPr sz="139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"name"</a:t>
            </a:r>
            <a:r>
              <a:rPr sz="139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39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"Painel"</a:t>
            </a:r>
            <a:r>
              <a:rPr sz="139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   </a:t>
            </a:r>
            <a:r>
              <a:rPr sz="139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"url"</a:t>
            </a:r>
            <a:r>
              <a:rPr sz="139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39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"/?pagina=painel"</a:t>
            </a:r>
            <a:r>
              <a:rPr sz="139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   </a:t>
            </a:r>
            <a:r>
              <a:rPr sz="139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"icons"</a:t>
            </a:r>
            <a:r>
              <a:rPr sz="139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[...]},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9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{</a:t>
            </a:r>
            <a:r>
              <a:rPr sz="139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"name"</a:t>
            </a:r>
            <a:r>
              <a:rPr sz="139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39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"Sensores"</a:t>
            </a:r>
            <a:r>
              <a:rPr sz="139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39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"url"</a:t>
            </a:r>
            <a:r>
              <a:rPr sz="139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39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"/?pagina=sensores"</a:t>
            </a:r>
            <a:r>
              <a:rPr sz="139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39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"icons"</a:t>
            </a:r>
            <a:r>
              <a:rPr sz="139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[...]}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9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7" name="Oval 6"/>
          <p:cNvSpPr/>
          <p:nvPr/>
        </p:nvSpPr>
        <p:spPr>
          <a:xfrm>
            <a:off x="3657600" y="3611880"/>
            <a:ext cx="640080" cy="64008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LuHand_A864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1219" y="3765499"/>
            <a:ext cx="332841" cy="3328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80560" y="3584448"/>
            <a:ext cx="6858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</a:rPr>
              <a:t>Toque longo no ícone (Android) ou clique direito (desktop)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931920"/>
            <a:ext cx="6858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No iOS, não há atalhos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0" y="4434840"/>
            <a:ext cx="640080" cy="64008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Picture 11" descr="LuLink_A864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1219" y="4588459"/>
            <a:ext cx="332841" cy="33284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80560" y="4407408"/>
            <a:ext cx="6858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</a:rPr>
              <a:t>Cada atalho é um deep 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754880"/>
            <a:ext cx="6858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O mesmo ?pagina= dos QR codes colados nos motores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0" y="5257800"/>
            <a:ext cx="640080" cy="64008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" name="Picture 15" descr="LuCode_A8643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1219" y="5411419"/>
            <a:ext cx="332841" cy="33284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480560" y="5230368"/>
            <a:ext cx="6858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</a:rPr>
              <a:t>O app lê o parâmetro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577840"/>
            <a:ext cx="6858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O atalho só abre o endereço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service worker em profundidade</a:t>
            </a:r>
          </a:p>
        </p:txBody>
      </p:sp>
      <p:sp>
        <p:nvSpPr>
          <p:cNvPr id="3" name="Numero da secao"/>
          <p:cNvSpPr txBox="1"/>
          <p:nvPr/>
        </p:nvSpPr>
        <p:spPr>
          <a:xfrm>
            <a:off x="6949440" y="1417320"/>
            <a:ext cx="42062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0">
                <a:solidFill>
                  <a:srgbClr val="A8643E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Um proxy dentro do navegador</a:t>
            </a:r>
          </a:p>
        </p:txBody>
      </p:sp>
      <p:pic>
        <p:nvPicPr>
          <p:cNvPr id="3" name="Picture 2" descr="03_sw_prox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10789920" cy="354044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7240" y="5120640"/>
            <a:ext cx="10607040" cy="77724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5138928"/>
            <a:ext cx="101498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</a:rPr>
              <a:t>Todo pedido das páginas que ele controla passa pelo evento </a:t>
            </a:r>
            <a:r>
              <a:rPr sz="1600" b="1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600" b="0">
                <a:solidFill>
                  <a:srgbClr val="2B2B2B"/>
                </a:solidFill>
              </a:rPr>
              <a:t>. Ele decide: rede, cache ou outra resposta.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Como ele vive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6304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" y="1691640"/>
            <a:ext cx="685800" cy="68580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LuCpu_A864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1856232"/>
            <a:ext cx="356616" cy="356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0" y="2468880"/>
            <a:ext cx="288036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</a:rPr>
              <a:t>Thread separada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88036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Não trava a interface — e a interface não o trava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0" y="1691640"/>
            <a:ext cx="685800" cy="68580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" name="Picture 9" descr="LuEyeOff_A864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856232"/>
            <a:ext cx="356616" cy="3566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2468880"/>
            <a:ext cx="288036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</a:rPr>
              <a:t>Sem acesso ao DOM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288036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Não lê nem altera a página; conversa por mensagens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46304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8138160" y="1691640"/>
            <a:ext cx="685800" cy="68580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Picture 14" descr="LuZap_A864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1856232"/>
            <a:ext cx="356616" cy="3566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38160" y="2468880"/>
            <a:ext cx="288036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</a:rPr>
              <a:t>Orientado a eventos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834640"/>
            <a:ext cx="288036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install, activate, fetch, push, message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70332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05840" y="3931920"/>
            <a:ext cx="685800" cy="68580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" name="Picture 19" descr="LuHourglass_A8643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432" y="4096512"/>
            <a:ext cx="356616" cy="35661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05840" y="4709160"/>
            <a:ext cx="288036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</a:rPr>
              <a:t>Desligado a qualquer hora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074920"/>
            <a:ext cx="288036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Variáveis globais não guardam estado entre eventos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70332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4572000" y="3931920"/>
            <a:ext cx="685800" cy="68580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5" name="Picture 24" descr="LuRefreshCw_A8643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592" y="4096512"/>
            <a:ext cx="356616" cy="35661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72000" y="4709160"/>
            <a:ext cx="288036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</a:rPr>
              <a:t>Sobrevive à página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074920"/>
            <a:ext cx="288036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Continua registrado depois que a aba fecha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370332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Oval 28"/>
          <p:cNvSpPr/>
          <p:nvPr/>
        </p:nvSpPr>
        <p:spPr>
          <a:xfrm>
            <a:off x="8138160" y="3931920"/>
            <a:ext cx="685800" cy="68580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0" name="Picture 29" descr="LuShield_A8643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2752" y="4096512"/>
            <a:ext cx="356616" cy="35661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138160" y="4709160"/>
            <a:ext cx="288036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</a:rPr>
              <a:t>Intercepta o que controla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5074920"/>
            <a:ext cx="288036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Responde do cache, da rede ou com resposta fabricada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O evento fetch: três escolhas</a:t>
            </a:r>
          </a:p>
        </p:txBody>
      </p:sp>
      <p:sp>
        <p:nvSpPr>
          <p:cNvPr id="3" name="Codigo"/>
          <p:cNvSpPr/>
          <p:nvPr/>
        </p:nvSpPr>
        <p:spPr>
          <a:xfrm>
            <a:off x="777240" y="1417320"/>
            <a:ext cx="5852160" cy="2377440"/>
          </a:xfrm>
          <a:prstGeom prst="roundRect">
            <a:avLst>
              <a:gd name="adj" fmla="val 3846"/>
            </a:avLst>
          </a:prstGeom>
          <a:solidFill>
            <a:srgbClr val="151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78408" y="1618488"/>
            <a:ext cx="5449824" cy="19751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50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addEventListener</a:t>
            </a: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50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"fetch"</a:t>
            </a: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 (evento) </a:t>
            </a:r>
            <a:r>
              <a:rPr sz="150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=&gt;</a:t>
            </a: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500">
                <a:solidFill>
                  <a:srgbClr val="8B949E"/>
                </a:solidFill>
                <a:latin typeface="Consolas"/>
                <a:ea typeface="Consolas"/>
                <a:cs typeface="Consolas"/>
              </a:rPr>
              <a:t>// 1. nada: segue para a rede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500">
                <a:solidFill>
                  <a:srgbClr val="8B949E"/>
                </a:solidFill>
                <a:latin typeface="Consolas"/>
                <a:ea typeface="Consolas"/>
                <a:cs typeface="Consolas"/>
              </a:rPr>
              <a:t>// 2. respondWith(fetch(...))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500">
                <a:solidFill>
                  <a:srgbClr val="8B949E"/>
                </a:solidFill>
                <a:latin typeface="Consolas"/>
                <a:ea typeface="Consolas"/>
                <a:cs typeface="Consolas"/>
              </a:rPr>
              <a:t>// 3. respondWith(caches.match(...))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});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40146" y="1271016"/>
            <a:ext cx="752094" cy="274320"/>
          </a:xfrm>
          <a:prstGeom prst="roundRect">
            <a:avLst>
              <a:gd name="adj" fmla="val 50000"/>
            </a:avLst>
          </a:prstGeom>
          <a:solidFill>
            <a:srgbClr val="E2B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100" b="1">
                <a:solidFill>
                  <a:srgbClr val="2B2B2B"/>
                </a:solidFill>
              </a:rPr>
              <a:t>sw.js</a:t>
            </a:r>
          </a:p>
        </p:txBody>
      </p:sp>
      <p:sp>
        <p:nvSpPr>
          <p:cNvPr id="6" name="Oval 5"/>
          <p:cNvSpPr/>
          <p:nvPr/>
        </p:nvSpPr>
        <p:spPr>
          <a:xfrm>
            <a:off x="6949440" y="1508760"/>
            <a:ext cx="438912" cy="438912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417320"/>
            <a:ext cx="38404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</a:rPr>
              <a:t>Não chamar respondWith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764792"/>
            <a:ext cx="38404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o pedido segue como se o service worker não existisse</a:t>
            </a:r>
          </a:p>
        </p:txBody>
      </p:sp>
      <p:sp>
        <p:nvSpPr>
          <p:cNvPr id="9" name="Oval 8"/>
          <p:cNvSpPr/>
          <p:nvPr/>
        </p:nvSpPr>
        <p:spPr>
          <a:xfrm>
            <a:off x="6949440" y="2331720"/>
            <a:ext cx="438912" cy="438912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240280"/>
            <a:ext cx="38404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</a:rPr>
              <a:t>Rede, tratando o erro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587752"/>
            <a:ext cx="38404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fetch(...).catch(...) — dá para ter uma reserva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0" y="3154680"/>
            <a:ext cx="438912" cy="438912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063240"/>
            <a:ext cx="38404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</a:rPr>
              <a:t>Do cache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410712"/>
            <a:ext cx="38404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responde sem ir à rede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14800"/>
            <a:ext cx="10607040" cy="1783080"/>
          </a:xfrm>
          <a:prstGeom prst="roundRect">
            <a:avLst>
              <a:gd name="adj" fmla="val 4102"/>
            </a:avLst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51560" y="44348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Picture 16" descr="LuRadio_A864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043" y="4643323"/>
            <a:ext cx="451713" cy="45171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148840" y="4206240"/>
            <a:ext cx="9052560" cy="1600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A8643E"/>
                </a:solidFill>
              </a:rPr>
              <a:t>Websockets passam por fora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</a:rPr>
              <a:t>O canal que o Streamlit usa para atualizar a tela (</a:t>
            </a:r>
            <a:r>
              <a:rPr sz="15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/_stcore/stream</a:t>
            </a:r>
            <a:r>
              <a:rPr sz="1500" b="0">
                <a:solidFill>
                  <a:srgbClr val="2B2B2B"/>
                </a:solidFill>
              </a:rPr>
              <a:t>) nunca passa pelo service worker. A fila do Gradio usa HTTP comum (</a:t>
            </a:r>
            <a:r>
              <a:rPr sz="15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/gradio_api/...</a:t>
            </a:r>
            <a:r>
              <a:rPr sz="1500" b="0">
                <a:solidFill>
                  <a:srgbClr val="2B2B2B"/>
                </a:solidFill>
              </a:rPr>
              <a:t>) — passa, e o Forzy a deixa seguir direto para a rede.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respondWith × waitUntil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17320"/>
            <a:ext cx="51206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554480"/>
            <a:ext cx="4572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A8643E"/>
                </a:solidFill>
                <a:latin typeface="Consolas"/>
                <a:ea typeface="Consolas"/>
                <a:cs typeface="Consolas"/>
              </a:rPr>
              <a:t>respondWith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011680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E6A68"/>
                </a:solidFill>
              </a:rPr>
              <a:t>“Eu vou responder a este pedido.”</a:t>
            </a:r>
          </a:p>
        </p:txBody>
      </p:sp>
      <p:sp>
        <p:nvSpPr>
          <p:cNvPr id="6" name="Codigo"/>
          <p:cNvSpPr/>
          <p:nvPr/>
        </p:nvSpPr>
        <p:spPr>
          <a:xfrm>
            <a:off x="1051560" y="2514600"/>
            <a:ext cx="4572000" cy="1508760"/>
          </a:xfrm>
          <a:prstGeom prst="roundRect">
            <a:avLst>
              <a:gd name="adj" fmla="val 6060"/>
            </a:avLst>
          </a:prstGeom>
          <a:solidFill>
            <a:srgbClr val="151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52728" y="2715768"/>
            <a:ext cx="4169663" cy="11064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evento.</a:t>
            </a:r>
            <a:r>
              <a:rPr sz="140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respondWith</a:t>
            </a: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(evento.request).</a:t>
            </a:r>
            <a:r>
              <a:rPr sz="140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catch</a:t>
            </a: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(() </a:t>
            </a:r>
            <a:r>
              <a:rPr sz="140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=&gt;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caches.</a:t>
            </a:r>
            <a:r>
              <a:rPr sz="140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match</a:t>
            </a: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"offline.html"</a:t>
            </a: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206240"/>
            <a:ext cx="4572000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56032" algn="l">
              <a:spcAft>
                <a:spcPts val="700"/>
              </a:spcAft>
              <a:buClr>
                <a:srgbClr val="A8643E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Só existe no evento fetch</a:t>
            </a:r>
          </a:p>
          <a:p>
            <a:pPr marL="256032" indent="-256032" algn="l">
              <a:spcAft>
                <a:spcPts val="700"/>
              </a:spcAft>
              <a:buClr>
                <a:srgbClr val="A8643E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A resposta é o resultado da promessa</a:t>
            </a:r>
          </a:p>
          <a:p>
            <a:pPr marL="256032" indent="-256032" algn="l">
              <a:spcAft>
                <a:spcPts val="700"/>
              </a:spcAft>
              <a:buClr>
                <a:srgbClr val="A8643E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Chamar na hora — nunca depois de um await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1206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572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A8643E"/>
                </a:solidFill>
                <a:latin typeface="Consolas"/>
                <a:ea typeface="Consolas"/>
                <a:cs typeface="Consolas"/>
              </a:rPr>
              <a:t>waitUntil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E6A68"/>
                </a:solidFill>
              </a:rPr>
              <a:t>“Não me desligue até isto terminar.”</a:t>
            </a:r>
          </a:p>
        </p:txBody>
      </p:sp>
      <p:sp>
        <p:nvSpPr>
          <p:cNvPr id="12" name="Codigo"/>
          <p:cNvSpPr/>
          <p:nvPr/>
        </p:nvSpPr>
        <p:spPr>
          <a:xfrm>
            <a:off x="6446520" y="2514600"/>
            <a:ext cx="4572000" cy="1508760"/>
          </a:xfrm>
          <a:prstGeom prst="roundRect">
            <a:avLst>
              <a:gd name="adj" fmla="val 6060"/>
            </a:avLst>
          </a:prstGeom>
          <a:solidFill>
            <a:srgbClr val="151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47688" y="2715768"/>
            <a:ext cx="4169663" cy="11064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evento.</a:t>
            </a:r>
            <a:r>
              <a:rPr sz="140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waitUntil</a:t>
            </a: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caches.</a:t>
            </a:r>
            <a:r>
              <a:rPr sz="140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(CACHE)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</a:t>
            </a:r>
            <a:r>
              <a:rPr sz="140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then</a:t>
            </a: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((c) </a:t>
            </a:r>
            <a:r>
              <a:rPr sz="140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=&gt;</a:t>
            </a: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c.</a:t>
            </a:r>
            <a:r>
              <a:rPr sz="140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addAll</a:t>
            </a: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(ARQUIVOS))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206240"/>
            <a:ext cx="4572000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56032" algn="l">
              <a:spcAft>
                <a:spcPts val="700"/>
              </a:spcAft>
              <a:buClr>
                <a:srgbClr val="A8643E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install (guardar) e activate (limpar)</a:t>
            </a:r>
          </a:p>
          <a:p>
            <a:pPr marL="256032" indent="-256032" algn="l">
              <a:spcAft>
                <a:spcPts val="700"/>
              </a:spcAft>
              <a:buClr>
                <a:srgbClr val="A8643E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Segura a etapa até a promessa terminar</a:t>
            </a:r>
          </a:p>
          <a:p>
            <a:pPr marL="256032" indent="-256032" algn="l">
              <a:spcAft>
                <a:spcPts val="700"/>
              </a:spcAft>
              <a:buClr>
                <a:srgbClr val="A8643E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</a:rPr>
              <a:t>Se falhar no install, a instalação falha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Escopo: quais páginas ele controla</a:t>
            </a:r>
          </a:p>
        </p:txBody>
      </p:sp>
      <p:pic>
        <p:nvPicPr>
          <p:cNvPr id="3" name="Picture 2" descr="06_esco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10789920" cy="334086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7240" y="4892040"/>
            <a:ext cx="10607040" cy="100584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4937760"/>
            <a:ext cx="1014984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</a:rPr>
              <a:t>Pode ser </a:t>
            </a:r>
            <a:r>
              <a:rPr sz="1500" b="1">
                <a:solidFill>
                  <a:srgbClr val="2B2B2B"/>
                </a:solidFill>
              </a:rPr>
              <a:t>reduzido</a:t>
            </a:r>
            <a:r>
              <a:rPr sz="1500" b="0">
                <a:solidFill>
                  <a:srgbClr val="2B2B2B"/>
                </a:solidFill>
              </a:rPr>
              <a:t> no </a:t>
            </a:r>
            <a:r>
              <a:rPr sz="15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register()</a:t>
            </a:r>
            <a:r>
              <a:rPr sz="1500" b="0">
                <a:solidFill>
                  <a:srgbClr val="2B2B2B"/>
                </a:solidFill>
              </a:rPr>
              <a:t>, nunca </a:t>
            </a:r>
            <a:r>
              <a:rPr sz="1500" b="1">
                <a:solidFill>
                  <a:srgbClr val="2B2B2B"/>
                </a:solidFill>
              </a:rPr>
              <a:t>ampliado</a:t>
            </a:r>
            <a:r>
              <a:rPr sz="1500" b="0">
                <a:solidFill>
                  <a:srgbClr val="2B2B2B"/>
                </a:solidFill>
              </a:rPr>
              <a:t> acima da pasta do arquivo — a não ser pelo cabeçalho </a:t>
            </a:r>
            <a:r>
              <a:rPr sz="15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Service-Worker-Allowed</a:t>
            </a:r>
            <a:r>
              <a:rPr sz="1500" b="0">
                <a:solidFill>
                  <a:srgbClr val="2B2B2B"/>
                </a:solidFill>
              </a:rPr>
              <a:t>. Essa regra decide o que dá para fazer em cada framework.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O ciclo de vida</a:t>
            </a:r>
          </a:p>
        </p:txBody>
      </p:sp>
      <p:pic>
        <p:nvPicPr>
          <p:cNvPr id="3" name="Picture 2" descr="04_ciclo_vi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24" y="1325880"/>
            <a:ext cx="995947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Por que a versão nova espera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1732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" y="1645920"/>
            <a:ext cx="777240" cy="77724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LuShieldAlert_A864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377" y="1832457"/>
            <a:ext cx="404164" cy="4041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0" y="2560320"/>
            <a:ext cx="352044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</a:rPr>
              <a:t>Para que uma aba </a:t>
            </a:r>
            <a:r>
              <a:rPr sz="1500" b="1">
                <a:solidFill>
                  <a:srgbClr val="2B2B2B"/>
                </a:solidFill>
              </a:rPr>
              <a:t>nunca</a:t>
            </a:r>
            <a:r>
              <a:rPr sz="1500" b="0">
                <a:solidFill>
                  <a:srgbClr val="2B2B2B"/>
                </a:solidFill>
              </a:rPr>
              <a:t> seja atendida por duas versões: a v1 serve uma página que espera um arquivo em cache, e a v2 apaga esse cache no meio do uso.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983480" y="1417320"/>
          <a:ext cx="6400800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18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</a:rPr>
                        <a:t>Método</a:t>
                      </a:r>
                    </a:p>
                  </a:txBody>
                  <a:tcPr anchor="ctr"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</a:rPr>
                        <a:t>Onde</a:t>
                      </a:r>
                    </a:p>
                  </a:txBody>
                  <a:tcPr anchor="ctr"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</a:rPr>
                        <a:t>Efeito</a:t>
                      </a:r>
                    </a:p>
                  </a:txBody>
                  <a:tcPr anchor="ctr"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</a:rPr>
                        <a:t>Risco</a:t>
                      </a:r>
                    </a:p>
                  </a:txBody>
                  <a:tcPr anchor="ctr">
                    <a:solidFill>
                      <a:srgbClr val="E2B1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onsolas"/>
                          <a:ea typeface="Consolas"/>
                          <a:cs typeface="Consolas"/>
                        </a:rPr>
                        <a:t>self.skipWaiting()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</a:rPr>
                        <a:t>install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</a:rPr>
                        <a:t>Não espera as abas antigas fecharem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</a:rPr>
                        <a:t>Abas abertas mudam de versão no meio do uso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onsolas"/>
                          <a:ea typeface="Consolas"/>
                          <a:cs typeface="Consolas"/>
                        </a:rPr>
                        <a:t>self.clients.claim()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</a:rPr>
                        <a:t>activate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</a:rPr>
                        <a:t>Controla já as abas abertas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</a:rPr>
                        <a:t>O mesmo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4663440"/>
            <a:ext cx="5120640" cy="1234440"/>
          </a:xfrm>
          <a:prstGeom prst="roundRect">
            <a:avLst>
              <a:gd name="adj" fmla="val 5925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4709160"/>
            <a:ext cx="4572000" cy="1143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6534"/>
                </a:solidFill>
              </a:rPr>
              <a:t>Forzy: </a:t>
            </a:r>
            <a:r>
              <a:rPr sz="1600" b="0">
                <a:solidFill>
                  <a:srgbClr val="2B2B2B"/>
                </a:solidFill>
              </a:rPr>
              <a:t>usa os dois: só guarda ícones e a página offline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663440"/>
            <a:ext cx="5120640" cy="1234440"/>
          </a:xfrm>
          <a:prstGeom prst="roundRect">
            <a:avLst>
              <a:gd name="adj" fmla="val 5925"/>
            </a:avLst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4709160"/>
            <a:ext cx="4572000" cy="1143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</a:rPr>
              <a:t>Laboratório: </a:t>
            </a:r>
            <a:r>
              <a:rPr sz="1600" b="0">
                <a:solidFill>
                  <a:srgbClr val="2B2B2B"/>
                </a:solidFill>
              </a:rPr>
              <a:t>não usa: para ver a espera acontecer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A primeira visita não é controlada</a:t>
            </a:r>
          </a:p>
        </p:txBody>
      </p:sp>
      <p:pic>
        <p:nvPicPr>
          <p:cNvPr id="3" name="Picture 2" descr="05_primeira_visi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17320"/>
            <a:ext cx="10607040" cy="1717330"/>
          </a:xfrm>
          <a:prstGeom prst="rect">
            <a:avLst/>
          </a:prstGeom>
        </p:spPr>
      </p:pic>
      <p:sp>
        <p:nvSpPr>
          <p:cNvPr id="4" name="Codigo"/>
          <p:cNvSpPr/>
          <p:nvPr/>
        </p:nvSpPr>
        <p:spPr>
          <a:xfrm>
            <a:off x="777240" y="3520440"/>
            <a:ext cx="5486400" cy="685800"/>
          </a:xfrm>
          <a:prstGeom prst="roundRect">
            <a:avLst>
              <a:gd name="adj" fmla="val 13333"/>
            </a:avLst>
          </a:prstGeom>
          <a:solidFill>
            <a:srgbClr val="151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3721608"/>
            <a:ext cx="5084064" cy="2834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navigator.serviceWorker.controller  </a:t>
            </a:r>
            <a:r>
              <a:rPr sz="1500">
                <a:solidFill>
                  <a:srgbClr val="8B949E"/>
                </a:solidFill>
                <a:latin typeface="Consolas"/>
                <a:ea typeface="Consolas"/>
                <a:cs typeface="Consolas"/>
              </a:rPr>
              <a:t>// null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92166" y="3374136"/>
            <a:ext cx="1134313" cy="274320"/>
          </a:xfrm>
          <a:prstGeom prst="roundRect">
            <a:avLst>
              <a:gd name="adj" fmla="val 50000"/>
            </a:avLst>
          </a:prstGeom>
          <a:solidFill>
            <a:srgbClr val="E2B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100" b="1">
                <a:solidFill>
                  <a:srgbClr val="2B2B2B"/>
                </a:solidFill>
              </a:rPr>
              <a:t>1ª visita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89120"/>
            <a:ext cx="548640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</a:rPr>
              <a:t>Na primeira visita a página carregou </a:t>
            </a:r>
            <a:r>
              <a:rPr sz="1500" b="1">
                <a:solidFill>
                  <a:srgbClr val="2B2B2B"/>
                </a:solidFill>
              </a:rPr>
              <a:t>antes</a:t>
            </a:r>
            <a:r>
              <a:rPr sz="1500" b="0">
                <a:solidFill>
                  <a:srgbClr val="2B2B2B"/>
                </a:solidFill>
              </a:rPr>
              <a:t> do service worker existir. Só a partir da recarga ela passa pelo </a:t>
            </a:r>
            <a:r>
              <a:rPr sz="15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500" b="0">
                <a:solidFill>
                  <a:srgbClr val="2B2B2B"/>
                </a:solidFill>
              </a:rPr>
              <a:t> — exceto com </a:t>
            </a:r>
            <a:r>
              <a:rPr sz="15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clients.claim()</a:t>
            </a:r>
            <a:r>
              <a:rPr sz="1500" b="0">
                <a:solidFill>
                  <a:srgbClr val="2B2B2B"/>
                </a:solidFill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3520440"/>
            <a:ext cx="4754880" cy="2377440"/>
          </a:xfrm>
          <a:prstGeom prst="roundRect">
            <a:avLst>
              <a:gd name="adj" fmla="val 3076"/>
            </a:avLst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" name="Picture 8" descr="LuTriangleAle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3749039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03720" y="4343400"/>
            <a:ext cx="425196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</a:rPr>
              <a:t>Não teste offline na primeira visita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</a:rPr>
              <a:t>Abra, espere ativar, e só então corte a rede.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Como uma versão nova chega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63040"/>
            <a:ext cx="3749039" cy="1280160"/>
          </a:xfrm>
          <a:prstGeom prst="roundRect">
            <a:avLst>
              <a:gd name="adj" fmla="val 5714"/>
            </a:avLst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" y="173736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LuMousePointerClick_A864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84" y="1912924"/>
            <a:ext cx="380390" cy="3803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74519" y="1645920"/>
            <a:ext cx="25603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</a:rPr>
              <a:t>Navegação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057400"/>
            <a:ext cx="256032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para uma página dentro do escopo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26080"/>
            <a:ext cx="3749039" cy="1280160"/>
          </a:xfrm>
          <a:prstGeom prst="roundRect">
            <a:avLst>
              <a:gd name="adj" fmla="val 5714"/>
            </a:avLst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320040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" name="Picture 9" descr="LuBell_A864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" y="3375964"/>
            <a:ext cx="380390" cy="380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3108960"/>
            <a:ext cx="25603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</a:rPr>
              <a:t>Eventos como push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20440"/>
            <a:ext cx="256032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se a última conferência foi há mais de 24 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389120"/>
            <a:ext cx="3749039" cy="1280160"/>
          </a:xfrm>
          <a:prstGeom prst="roundRect">
            <a:avLst>
              <a:gd name="adj" fmla="val 5714"/>
            </a:avLst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0120" y="46634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Picture 14" descr="LuRefreshCw_A864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5684" y="4839004"/>
            <a:ext cx="380390" cy="38039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4572000"/>
            <a:ext cx="25603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</a:rPr>
              <a:t>registro.update()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983480"/>
            <a:ext cx="256032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a página pede explicitamente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09160" y="3246120"/>
            <a:ext cx="548640" cy="457200"/>
          </a:xfrm>
          <a:prstGeom prst="rightArrow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40680" y="2148840"/>
            <a:ext cx="2651760" cy="2743200"/>
          </a:xfrm>
          <a:prstGeom prst="roundRect">
            <a:avLst>
              <a:gd name="adj" fmla="val 2758"/>
            </a:avLst>
          </a:prstGeom>
          <a:solidFill>
            <a:srgbClr val="FFFFFF"/>
          </a:solidFill>
          <a:ln w="25400">
            <a:solidFill>
              <a:srgbClr val="E2B1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" name="Picture 19" descr="LuSearch_A8643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377440"/>
            <a:ext cx="822960" cy="8229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77840" y="3337560"/>
            <a:ext cx="237744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</a:rPr>
              <a:t>Baixa o sw.js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</a:rPr>
              <a:t>e compara byte a byte com o instalado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275320" y="3246120"/>
            <a:ext cx="548640" cy="457200"/>
          </a:xfrm>
          <a:prstGeom prst="rightArrow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006840" y="2148840"/>
            <a:ext cx="2377440" cy="2743200"/>
          </a:xfrm>
          <a:prstGeom prst="roundRect">
            <a:avLst>
              <a:gd name="adj" fmla="val 3076"/>
            </a:avLst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2286000"/>
            <a:ext cx="2103120" cy="25146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A8643E"/>
                </a:solidFill>
              </a:rPr>
              <a:t>Mudou 1 caractere?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install</a:t>
            </a:r>
            <a:r>
              <a:rPr sz="1500" b="0">
                <a:solidFill>
                  <a:srgbClr val="2B2B2B"/>
                </a:solidFill>
              </a:rPr>
              <a:t> da versão nova, que fica em </a:t>
            </a:r>
            <a:r>
              <a:rPr sz="15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waiting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5120640"/>
            <a:ext cx="59436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6E6A68"/>
                </a:solidFill>
              </a:rPr>
              <a:t>Igual? </a:t>
            </a:r>
            <a:r>
              <a:rPr sz="1500" b="0">
                <a:solidFill>
                  <a:srgbClr val="6E6A68"/>
                </a:solidFill>
              </a:rPr>
              <a:t>Nada acontece — nem se um ícone em cache tiver mudado.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Atualizando: a versão nova espera</a:t>
            </a:r>
          </a:p>
        </p:txBody>
      </p:sp>
      <p:pic>
        <p:nvPicPr>
          <p:cNvPr id="3" name="Picture 2" descr="08_atualiz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17320"/>
            <a:ext cx="10607040" cy="17290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7240" y="3429000"/>
            <a:ext cx="3291840" cy="2468880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" y="3611880"/>
            <a:ext cx="384048" cy="384048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288036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A8643E"/>
                </a:solidFill>
              </a:rPr>
              <a:t>Mudou só um ícone?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72000"/>
            <a:ext cx="288036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</a:rPr>
              <a:t>Se o sw.js não muda, nada acontece. A versão do cache mora dentro do sw.js.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429000"/>
            <a:ext cx="3291840" cy="2468880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0" y="3611880"/>
            <a:ext cx="384048" cy="384048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114800"/>
            <a:ext cx="288036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A8643E"/>
                </a:solidFill>
              </a:rPr>
              <a:t>Recarregar não basta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572000"/>
            <a:ext cx="288036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</a:rPr>
              <a:t>Durante a recarga a aba antiga ainda existe: feche todas as abas — ou skipWaiting.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3429000"/>
            <a:ext cx="3291840" cy="2468880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8138160" y="3611880"/>
            <a:ext cx="384048" cy="384048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114800"/>
            <a:ext cx="288036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A8643E"/>
                </a:solidFill>
              </a:rPr>
              <a:t>no-cache no sw.js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572000"/>
            <a:ext cx="288036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</a:rPr>
              <a:t>Os navegadores já ignoram o cache HTTP ao conferir; CDNs e proxies, não.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Cache API × cache HTTP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463040"/>
          <a:ext cx="10607040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B2B2B"/>
                          </a:solidFill>
                        </a:rPr>
                        <a:t>Cache HTTP</a:t>
                      </a:r>
                    </a:p>
                  </a:txBody>
                  <a:tcPr anchor="ctr"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B2B2B"/>
                          </a:solidFill>
                        </a:rPr>
                        <a:t>Cache API (caches)</a:t>
                      </a:r>
                    </a:p>
                  </a:txBody>
                  <a:tcPr anchor="ctr">
                    <a:solidFill>
                      <a:srgbClr val="E2B1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B2B2B"/>
                          </a:solidFill>
                        </a:rPr>
                        <a:t>Quem controla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B2B2B"/>
                          </a:solidFill>
                        </a:rPr>
                        <a:t>O navegador, seguindo Cache-Control e ETag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B2B2B"/>
                          </a:solidFill>
                        </a:rPr>
                        <a:t>O seu código, no service worker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B2B2B"/>
                          </a:solidFill>
                        </a:rPr>
                        <a:t>Quando expira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B2B2B"/>
                          </a:solidFill>
                        </a:rPr>
                        <a:t>Quando o cabeçalho manda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B2B2B"/>
                          </a:solidFill>
                        </a:rPr>
                        <a:t>Nunca sozinho: só quando o código apaga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B2B2B"/>
                          </a:solidFill>
                        </a:rPr>
                        <a:t>Funciona sem rede?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B2B2B"/>
                          </a:solidFill>
                        </a:rPr>
                        <a:t>Às vezes, conforme os cabeçalhos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B2B2B"/>
                          </a:solidFill>
                        </a:rPr>
                        <a:t>Sim: é para isso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B2B2B"/>
                          </a:solidFill>
                        </a:rPr>
                        <a:t>Onde ver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B2B2B"/>
                          </a:solidFill>
                        </a:rPr>
                        <a:t>DevTools → Network ("disk cache")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B2B2B"/>
                          </a:solidFill>
                        </a:rPr>
                        <a:t>DevTools → Application → Cache storage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77240" y="5349240"/>
            <a:ext cx="10607040" cy="548640"/>
          </a:xfrm>
          <a:prstGeom prst="roundRect">
            <a:avLst>
              <a:gd name="adj" fmla="val 13333"/>
            </a:avLst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5349240"/>
            <a:ext cx="101498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</a:rPr>
              <a:t>Como a Cache API </a:t>
            </a:r>
            <a:r>
              <a:rPr sz="1500" b="1">
                <a:solidFill>
                  <a:srgbClr val="2B2B2B"/>
                </a:solidFill>
              </a:rPr>
              <a:t>nunca expira sozinha</a:t>
            </a:r>
            <a:r>
              <a:rPr sz="1500" b="0">
                <a:solidFill>
                  <a:srgbClr val="2B2B2B"/>
                </a:solidFill>
              </a:rPr>
              <a:t>, cada versão usa uma caixa com nome próprio — e o </a:t>
            </a:r>
            <a:r>
              <a:rPr sz="15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activate</a:t>
            </a:r>
            <a:r>
              <a:rPr sz="1500" b="0">
                <a:solidFill>
                  <a:srgbClr val="2B2B2B"/>
                </a:solidFill>
              </a:rPr>
              <a:t> apaga as antigas.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A Cache API em seis métodos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7240" y="1463040"/>
          <a:ext cx="6400800" cy="39684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</a:rPr>
                        <a:t>Método</a:t>
                      </a:r>
                    </a:p>
                  </a:txBody>
                  <a:tcPr anchor="ctr"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</a:rPr>
                        <a:t>O que faz</a:t>
                      </a:r>
                    </a:p>
                  </a:txBody>
                  <a:tcPr anchor="ctr">
                    <a:solidFill>
                      <a:srgbClr val="E2B1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onsolas"/>
                          <a:ea typeface="Consolas"/>
                          <a:cs typeface="Consolas"/>
                        </a:rPr>
                        <a:t>caches.open(nome)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</a:rPr>
                        <a:t>Abre (ou cria) uma caixa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onsolas"/>
                          <a:ea typeface="Consolas"/>
                          <a:cs typeface="Consolas"/>
                        </a:rPr>
                        <a:t>cache.addAll([urls])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</a:rPr>
                        <a:t>Baixa e guarda; se um falhar, nenhum fica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onsolas"/>
                          <a:ea typeface="Consolas"/>
                          <a:cs typeface="Consolas"/>
                        </a:rPr>
                        <a:t>cache.put(pedido, resposta)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</a:rPr>
                        <a:t>Guarda uma resposta que você já 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onsolas"/>
                          <a:ea typeface="Consolas"/>
                          <a:cs typeface="Consolas"/>
                        </a:rPr>
                        <a:t>caches.match(pedido)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</a:rPr>
                        <a:t>Procura em todas as caixas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onsolas"/>
                          <a:ea typeface="Consolas"/>
                          <a:cs typeface="Consolas"/>
                        </a:rPr>
                        <a:t>caches.keys()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</a:rPr>
                        <a:t>Lista os nomes das caixas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onsolas"/>
                          <a:ea typeface="Consolas"/>
                          <a:cs typeface="Consolas"/>
                        </a:rPr>
                        <a:t>caches.delete(nome)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</a:rPr>
                        <a:t>Apaga uma caixa inteira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589520" y="1463040"/>
            <a:ext cx="3749039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A8643E"/>
                </a:solidFill>
              </a:rPr>
              <a:t>No activate da versão nova: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103120"/>
            <a:ext cx="3749039" cy="1325880"/>
          </a:xfrm>
          <a:prstGeom prst="roundRect">
            <a:avLst>
              <a:gd name="adj" fmla="val 5517"/>
            </a:avLst>
          </a:prstGeom>
          <a:solidFill>
            <a:srgbClr val="F4EFE9"/>
          </a:solidFill>
          <a:ln w="254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LuPackage_6E6A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468879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2331720"/>
            <a:ext cx="265176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E6A68"/>
                </a:solidFill>
                <a:latin typeface="Consolas"/>
                <a:ea typeface="Consolas"/>
                <a:cs typeface="Consolas"/>
              </a:rPr>
              <a:t>forzy-3a91c0e2b7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39"/>
            <a:ext cx="1707642" cy="292608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100" b="1">
                <a:solidFill>
                  <a:srgbClr val="991B1B"/>
                </a:solidFill>
              </a:rPr>
              <a:t>caches.delete()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703320"/>
            <a:ext cx="3749039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25400">
            <a:solidFill>
              <a:srgbClr val="E2B1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" name="Picture 9" descr="LuPackage_A864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069080"/>
            <a:ext cx="594360" cy="594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49640" y="3931920"/>
            <a:ext cx="265176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forzy-df7c24975d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4434840"/>
            <a:ext cx="1516532" cy="292608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100" b="1">
                <a:solidFill>
                  <a:srgbClr val="166534"/>
                </a:solidFill>
              </a:rPr>
              <a:t>a caixa atual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5349240"/>
            <a:ext cx="3749039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nome = versão: muda o nome, muda a caixa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As cinco estratégias de cache</a:t>
            </a:r>
          </a:p>
        </p:txBody>
      </p:sp>
      <p:pic>
        <p:nvPicPr>
          <p:cNvPr id="3" name="Picture 2" descr="07_estrateg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10789920" cy="264621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7240" y="4572000"/>
            <a:ext cx="10607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4617720"/>
            <a:ext cx="1014984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</a:rPr>
              <a:t>O service worker escolhe </a:t>
            </a:r>
            <a:r>
              <a:rPr sz="1600" b="1">
                <a:solidFill>
                  <a:srgbClr val="2B2B2B"/>
                </a:solidFill>
              </a:rPr>
              <a:t>pedido a pedido</a:t>
            </a:r>
            <a:r>
              <a:rPr sz="1600" b="0">
                <a:solidFill>
                  <a:srgbClr val="2B2B2B"/>
                </a:solidFill>
              </a:rPr>
              <a:t> de onde vem a resposta. Num mesmo app convivem várias: no Forzy, a navegação vai pela rede, os ícones vêm do cache e a API nunca é tocada.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Cache primeiro e rede primeiro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51206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A8643E"/>
                </a:solidFill>
              </a:rPr>
              <a:t>Cache primeiro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51206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E6A68"/>
                </a:solidFill>
              </a:rPr>
              <a:t>responde do cache; só vai à rede se não achar</a:t>
            </a:r>
          </a:p>
        </p:txBody>
      </p:sp>
      <p:sp>
        <p:nvSpPr>
          <p:cNvPr id="5" name="Codigo"/>
          <p:cNvSpPr/>
          <p:nvPr/>
        </p:nvSpPr>
        <p:spPr>
          <a:xfrm>
            <a:off x="777240" y="228600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151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2487168"/>
            <a:ext cx="4718303" cy="13350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6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evento.</a:t>
            </a:r>
            <a:r>
              <a:rPr sz="136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respondWith</a:t>
            </a:r>
            <a:r>
              <a:rPr sz="136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6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caches.</a:t>
            </a:r>
            <a:r>
              <a:rPr sz="136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match</a:t>
            </a:r>
            <a:r>
              <a:rPr sz="136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(evento.request)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6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</a:t>
            </a:r>
            <a:r>
              <a:rPr sz="136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then</a:t>
            </a:r>
            <a:r>
              <a:rPr sz="136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((r) </a:t>
            </a:r>
            <a:r>
              <a:rPr sz="136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=&gt;</a:t>
            </a:r>
            <a:r>
              <a:rPr sz="136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r || </a:t>
            </a:r>
            <a:r>
              <a:rPr sz="136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36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(evento.request))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6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0"/>
            <a:ext cx="51206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</a:rPr>
              <a:t>rápida e funciona sem rede — mas pode servir coisa velha para sempre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74920"/>
            <a:ext cx="11887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No Forzy: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960" y="5074920"/>
            <a:ext cx="2359151" cy="292608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200" b="1">
                <a:solidFill>
                  <a:srgbClr val="166534"/>
                </a:solidFill>
              </a:rPr>
              <a:t>ícones, offline.html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371600"/>
            <a:ext cx="51206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A8643E"/>
                </a:solidFill>
              </a:rPr>
              <a:t>Rede primeiro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783080"/>
            <a:ext cx="51206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E6A68"/>
                </a:solidFill>
              </a:rPr>
              <a:t>tenta a rede; se falhar, o cache ou uma página reserva</a:t>
            </a:r>
          </a:p>
        </p:txBody>
      </p:sp>
      <p:sp>
        <p:nvSpPr>
          <p:cNvPr id="12" name="Codigo"/>
          <p:cNvSpPr/>
          <p:nvPr/>
        </p:nvSpPr>
        <p:spPr>
          <a:xfrm>
            <a:off x="6172200" y="228600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151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2487168"/>
            <a:ext cx="4718303" cy="13350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evento.</a:t>
            </a:r>
            <a:r>
              <a:rPr sz="140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respondWith</a:t>
            </a: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(evento.request).</a:t>
            </a:r>
            <a:r>
              <a:rPr sz="140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catch</a:t>
            </a: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(() </a:t>
            </a:r>
            <a:r>
              <a:rPr sz="140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=&gt;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caches.</a:t>
            </a:r>
            <a:r>
              <a:rPr sz="140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match</a:t>
            </a: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>
                <a:solidFill>
                  <a:srgbClr val="A5D6FF"/>
                </a:solidFill>
                <a:latin typeface="Consolas"/>
                <a:ea typeface="Consolas"/>
                <a:cs typeface="Consolas"/>
              </a:rPr>
              <a:t>"offline.html"</a:t>
            </a: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206240"/>
            <a:ext cx="51206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</a:rPr>
              <a:t>sempre o mais novo quando há rede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5074920"/>
            <a:ext cx="11887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No Forzy: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5074920"/>
            <a:ext cx="2776118" cy="292608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200" b="1">
                <a:solidFill>
                  <a:srgbClr val="166534"/>
                </a:solidFill>
              </a:rPr>
              <a:t>navegação → offline.html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SWR, só rede e só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64008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A8643E"/>
                </a:solidFill>
              </a:rPr>
              <a:t>Stale-while-revalidate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64008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E6A68"/>
                </a:solidFill>
              </a:rPr>
              <a:t>responde do cache e atualiza por trás — a resposta de agora é a de antes</a:t>
            </a:r>
          </a:p>
        </p:txBody>
      </p:sp>
      <p:sp>
        <p:nvSpPr>
          <p:cNvPr id="5" name="Codigo"/>
          <p:cNvSpPr/>
          <p:nvPr/>
        </p:nvSpPr>
        <p:spPr>
          <a:xfrm>
            <a:off x="777240" y="2286000"/>
            <a:ext cx="6400800" cy="2606040"/>
          </a:xfrm>
          <a:prstGeom prst="roundRect">
            <a:avLst>
              <a:gd name="adj" fmla="val 3508"/>
            </a:avLst>
          </a:prstGeom>
          <a:solidFill>
            <a:srgbClr val="151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2487168"/>
            <a:ext cx="5998464" cy="22037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4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34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daRede = </a:t>
            </a:r>
            <a:r>
              <a:rPr sz="134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34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(evento.request).</a:t>
            </a:r>
            <a:r>
              <a:rPr sz="134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then</a:t>
            </a:r>
            <a:r>
              <a:rPr sz="134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34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34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(r) </a:t>
            </a:r>
            <a:r>
              <a:rPr sz="134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=&gt;</a:t>
            </a:r>
            <a:r>
              <a:rPr sz="134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4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34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34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cache = </a:t>
            </a:r>
            <a:r>
              <a:rPr sz="134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34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caches.</a:t>
            </a:r>
            <a:r>
              <a:rPr sz="134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sz="134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(CACHE);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4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34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34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cache.</a:t>
            </a:r>
            <a:r>
              <a:rPr sz="134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put</a:t>
            </a:r>
            <a:r>
              <a:rPr sz="134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(evento.request, r.</a:t>
            </a:r>
            <a:r>
              <a:rPr sz="134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clone</a:t>
            </a:r>
            <a:r>
              <a:rPr sz="134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());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4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34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34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r;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4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4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evento.</a:t>
            </a:r>
            <a:r>
              <a:rPr sz="134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waitUntil</a:t>
            </a:r>
            <a:r>
              <a:rPr sz="134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(daRede.</a:t>
            </a:r>
            <a:r>
              <a:rPr sz="134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catch</a:t>
            </a:r>
            <a:r>
              <a:rPr sz="134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(() </a:t>
            </a:r>
            <a:r>
              <a:rPr sz="134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=&gt;</a:t>
            </a:r>
            <a:r>
              <a:rPr sz="134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{}));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4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evento.</a:t>
            </a:r>
            <a:r>
              <a:rPr sz="134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respondWith</a:t>
            </a:r>
            <a:r>
              <a:rPr sz="134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4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caches.</a:t>
            </a:r>
            <a:r>
              <a:rPr sz="134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match</a:t>
            </a:r>
            <a:r>
              <a:rPr sz="134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(evento.request).</a:t>
            </a:r>
            <a:r>
              <a:rPr sz="134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then</a:t>
            </a:r>
            <a:r>
              <a:rPr sz="134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((g) </a:t>
            </a:r>
            <a:r>
              <a:rPr sz="134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=&gt;</a:t>
            </a:r>
            <a:r>
              <a:rPr sz="134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g || daRede));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120640"/>
            <a:ext cx="2567635" cy="292608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200" b="1">
                <a:solidFill>
                  <a:srgbClr val="991B1B"/>
                </a:solidFill>
              </a:rPr>
              <a:t>leitura de sensor: NÃO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5029200"/>
            <a:ext cx="416052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  <a:latin typeface="Consolas"/>
                <a:ea typeface="Consolas"/>
                <a:cs typeface="Consolas"/>
              </a:rPr>
              <a:t>clone()</a:t>
            </a:r>
            <a:r>
              <a:rPr sz="1300" b="0">
                <a:solidFill>
                  <a:srgbClr val="6E6A68"/>
                </a:solidFill>
              </a:rPr>
              <a:t>: o corpo de uma resposta só pode ser lido uma vez.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371600"/>
            <a:ext cx="38862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26679" y="1481328"/>
            <a:ext cx="34747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A8643E"/>
                </a:solidFill>
              </a:rPr>
              <a:t>Só rede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847088"/>
            <a:ext cx="34747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não chamar respondWith</a:t>
            </a:r>
          </a:p>
        </p:txBody>
      </p:sp>
      <p:sp>
        <p:nvSpPr>
          <p:cNvPr id="12" name="Codigo"/>
          <p:cNvSpPr/>
          <p:nvPr/>
        </p:nvSpPr>
        <p:spPr>
          <a:xfrm>
            <a:off x="7726679" y="2212848"/>
            <a:ext cx="3429000" cy="822960"/>
          </a:xfrm>
          <a:prstGeom prst="roundRect">
            <a:avLst>
              <a:gd name="adj" fmla="val 11111"/>
            </a:avLst>
          </a:prstGeom>
          <a:solidFill>
            <a:srgbClr val="151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27848" y="2414016"/>
            <a:ext cx="3026664" cy="4206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FF7B72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;  </a:t>
            </a:r>
            <a:r>
              <a:rPr sz="1400">
                <a:solidFill>
                  <a:srgbClr val="8B949E"/>
                </a:solidFill>
                <a:latin typeface="Consolas"/>
                <a:ea typeface="Consolas"/>
                <a:cs typeface="Consolas"/>
              </a:rPr>
              <a:t>// não toca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154680"/>
            <a:ext cx="2089861" cy="292608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100" b="1">
                <a:solidFill>
                  <a:srgbClr val="166534"/>
                </a:solidFill>
              </a:rPr>
              <a:t>API, fila do Gradio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3657600"/>
            <a:ext cx="38862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26679" y="3767328"/>
            <a:ext cx="34747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A8643E"/>
                </a:solidFill>
              </a:rPr>
              <a:t>Só cache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4133087"/>
            <a:ext cx="34747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nunca vai à rede</a:t>
            </a:r>
          </a:p>
        </p:txBody>
      </p:sp>
      <p:sp>
        <p:nvSpPr>
          <p:cNvPr id="18" name="Codigo"/>
          <p:cNvSpPr/>
          <p:nvPr/>
        </p:nvSpPr>
        <p:spPr>
          <a:xfrm>
            <a:off x="7726679" y="4498848"/>
            <a:ext cx="3429000" cy="822960"/>
          </a:xfrm>
          <a:prstGeom prst="roundRect">
            <a:avLst>
              <a:gd name="adj" fmla="val 11111"/>
            </a:avLst>
          </a:prstGeom>
          <a:solidFill>
            <a:srgbClr val="151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27848" y="4700016"/>
            <a:ext cx="3026664" cy="4206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8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evento.</a:t>
            </a:r>
            <a:r>
              <a:rPr sz="118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respondWith</a:t>
            </a:r>
            <a:r>
              <a:rPr sz="118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8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caches.</a:t>
            </a:r>
            <a:r>
              <a:rPr sz="1180">
                <a:solidFill>
                  <a:srgbClr val="D2A8FF"/>
                </a:solidFill>
                <a:latin typeface="Consolas"/>
                <a:ea typeface="Consolas"/>
                <a:cs typeface="Consolas"/>
              </a:rPr>
              <a:t>match</a:t>
            </a:r>
            <a:r>
              <a:rPr sz="118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(evento.request));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5440680"/>
            <a:ext cx="1229868" cy="292608"/>
          </a:xfrm>
          <a:prstGeom prst="roundRect">
            <a:avLst>
              <a:gd name="adj" fmla="val 50000"/>
            </a:avLst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100" b="1">
                <a:solidFill>
                  <a:srgbClr val="2B2B2B"/>
                </a:solidFill>
              </a:rPr>
              <a:t>não usamos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Dado errado com cara de dado certo</a:t>
            </a:r>
          </a:p>
        </p:txBody>
      </p:sp>
      <p:pic>
        <p:nvPicPr>
          <p:cNvPr id="3" name="Picture 2" descr="13_dado_vel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7335599" cy="47091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46720" y="1463040"/>
            <a:ext cx="3337560" cy="4434840"/>
          </a:xfrm>
          <a:prstGeom prst="roundRect">
            <a:avLst>
              <a:gd name="adj" fmla="val 21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75320" y="1600200"/>
            <a:ext cx="2926080" cy="4206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A8643E"/>
                </a:solidFill>
              </a:rPr>
              <a:t>A cena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B2B2B"/>
                </a:solidFill>
              </a:rPr>
              <a:t>O técnico abre o Forzy instalado numa casa de máquinas sem sinal.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B2B2B"/>
                </a:solidFill>
              </a:rPr>
              <a:t>Com “cache primeiro”, o app abre na hora: </a:t>
            </a:r>
            <a:r>
              <a:rPr sz="1400" b="1">
                <a:solidFill>
                  <a:srgbClr val="2B2B2B"/>
                </a:solidFill>
              </a:rPr>
              <a:t>● Normal, 71 °C</a:t>
            </a:r>
            <a:r>
              <a:rPr sz="1400" b="0">
                <a:solidFill>
                  <a:srgbClr val="2B2B2B"/>
                </a:solidFill>
              </a:rPr>
              <a:t>. O motor está a 93 °C.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2B2B2B"/>
                </a:solidFill>
              </a:rPr>
              <a:t>O mesmo vale para respostas de modelo: </a:t>
            </a:r>
            <a:r>
              <a:rPr sz="1400" b="0">
                <a:solidFill>
                  <a:srgbClr val="2B2B2B"/>
                </a:solidFill>
              </a:rPr>
              <a:t>uma previsão de ontem exibida hoje como atual.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A regra do Forzy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63040"/>
            <a:ext cx="10607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" y="1737360"/>
            <a:ext cx="777240" cy="77724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LuAppWindow_A864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377" y="1923897"/>
            <a:ext cx="404164" cy="4041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65960" y="1691640"/>
            <a:ext cx="25603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2B2B"/>
                </a:solidFill>
              </a:rPr>
              <a:t>Navegação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2121408"/>
            <a:ext cx="25603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abrir o app, recarregar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737360"/>
            <a:ext cx="3108960" cy="777240"/>
          </a:xfrm>
          <a:prstGeom prst="roundRect">
            <a:avLst>
              <a:gd name="adj" fmla="val 9411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1737360"/>
            <a:ext cx="292608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66534"/>
                </a:solidFill>
              </a:rPr>
              <a:t>Rede primeiro; sem rede, a página offline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645920"/>
            <a:ext cx="3200400" cy="9601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</a:rPr>
              <a:t>O app nunca abre com uma tela antiga fingindo ser atual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71800"/>
            <a:ext cx="10607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5840" y="3246120"/>
            <a:ext cx="777240" cy="77724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" name="Picture 12" descr="LuPackage_A864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377" y="3432657"/>
            <a:ext cx="404164" cy="404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65960" y="3200400"/>
            <a:ext cx="25603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2B2B"/>
                </a:solidFill>
              </a:rPr>
              <a:t>Arquivos do PWA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3630168"/>
            <a:ext cx="25603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ícones, página offline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246120"/>
            <a:ext cx="3108960" cy="777240"/>
          </a:xfrm>
          <a:prstGeom prst="roundRect">
            <a:avLst>
              <a:gd name="adj" fmla="val 9411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0" y="3246120"/>
            <a:ext cx="292608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66534"/>
                </a:solidFill>
              </a:rPr>
              <a:t>Cache primeiro, guardados no install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154680"/>
            <a:ext cx="3200400" cy="9601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</a:rPr>
              <a:t>Precisam estar lá justamente quando não há rede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480560"/>
            <a:ext cx="10607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05840" y="4754880"/>
            <a:ext cx="777240" cy="777240"/>
          </a:xfrm>
          <a:prstGeom prst="ellipse">
            <a:avLst/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1" name="Picture 20" descr="LuActivity_A864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2377" y="4941417"/>
            <a:ext cx="404164" cy="4041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965960" y="4709160"/>
            <a:ext cx="25603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2B2B"/>
                </a:solidFill>
              </a:rPr>
              <a:t>Todo o resto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5138928"/>
            <a:ext cx="25603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8"/>
                </a:solidFill>
              </a:rPr>
              <a:t>API, fila do Gradio, scripts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4754880"/>
            <a:ext cx="3108960" cy="777240"/>
          </a:xfrm>
          <a:prstGeom prst="roundRect">
            <a:avLst>
              <a:gd name="adj" fmla="val 9411"/>
            </a:avLst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0" y="4754880"/>
            <a:ext cx="292608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A8643E"/>
                </a:solidFill>
              </a:rPr>
              <a:t>Só rede: o service worker não toca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4663440"/>
            <a:ext cx="3200400" cy="9601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</a:rPr>
              <a:t>Leituras, previsões e respostas de modelo só da rede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Transparência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16168" y="2194560"/>
            <a:ext cx="5486400" cy="23774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0">
                <a:solidFill>
                  <a:srgbClr val="2B2B2B"/>
                </a:solidFill>
              </a:rPr>
              <a:t>“Num sistema de IA, mostrar uma previsão antiga como se fosse atual quebra a confiança mais do que não mostrar nada.”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16168" y="4754880"/>
            <a:ext cx="548640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E6A68"/>
                </a:solidFill>
              </a:rPr>
              <a:t>A página offline é o pilar de transparência </a:t>
            </a:r>
            <a:r>
              <a:rPr sz="1600" b="1">
                <a:solidFill>
                  <a:srgbClr val="A8643E"/>
                </a:solidFill>
              </a:rPr>
              <a:t>aplicado à falta de rede.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Plataformas e mitos</a:t>
            </a:r>
          </a:p>
        </p:txBody>
      </p:sp>
      <p:sp>
        <p:nvSpPr>
          <p:cNvPr id="3" name="Numero da secao"/>
          <p:cNvSpPr txBox="1"/>
          <p:nvPr/>
        </p:nvSpPr>
        <p:spPr>
          <a:xfrm>
            <a:off x="6949440" y="1417320"/>
            <a:ext cx="42062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0">
                <a:solidFill>
                  <a:srgbClr val="A8643E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Android × iOS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7240" y="1417320"/>
          <a:ext cx="10607039" cy="4526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</a:rPr>
                        <a:t>Recurso</a:t>
                      </a:r>
                    </a:p>
                  </a:txBody>
                  <a:tcPr anchor="ctr"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</a:rPr>
                        <a:t>Android (Chrome)</a:t>
                      </a:r>
                    </a:p>
                  </a:txBody>
                  <a:tcPr anchor="ctr"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</a:rPr>
                        <a:t>iOS 26 (Safari)</a:t>
                      </a:r>
                    </a:p>
                  </a:txBody>
                  <a:tcPr anchor="ctr">
                    <a:solidFill>
                      <a:srgbClr val="E2B1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</a:rPr>
                        <a:t>Como instalar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Menu ⋮ → Instalar app, ou aviso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Compartilhar → Adicionar à Tela de Início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</a:rPr>
                        <a:t>Aviso automático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Sim (com service worker)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Nunca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</a:rPr>
                        <a:t>Ícone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Do manifesto; usa o maskable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apple-touch-icon (180 px, sem transparência)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</a:rPr>
                        <a:t>Nome sob o ícone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short_name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apple-mobile-web-app-title, ou o manifesto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</a:rPr>
                        <a:t>Atalhos no ícone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Sim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Não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</a:rPr>
                        <a:t>Service worker e offline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Sim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Sim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</a:rPr>
                        <a:t>Push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Sim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Desde o 16.4, só na Tela de Início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B2B"/>
                          </a:solidFill>
                        </a:rPr>
                        <a:t>Bluetooth, NFC, USB pela Web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Sim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Não</a:t>
                      </a:r>
                    </a:p>
                  </a:txBody>
                  <a:tcPr anchor="ctr">
                    <a:solidFill>
                      <a:srgbClr val="FB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Mitos que ainda circulam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607040" cy="548640"/>
          </a:xfrm>
          <a:prstGeom prst="roundRect">
            <a:avLst>
              <a:gd name="adj" fmla="val 13333"/>
            </a:avLst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LuCircleX_DC26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27048"/>
            <a:ext cx="329184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1417320"/>
            <a:ext cx="42062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B2B2B"/>
                </a:solidFill>
              </a:rPr>
              <a:t>O Lighthouse dá nota de PWA</a:t>
            </a:r>
          </a:p>
        </p:txBody>
      </p:sp>
      <p:pic>
        <p:nvPicPr>
          <p:cNvPr id="7" name="Picture 6" descr="LuCircleCheck_16A3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527048"/>
            <a:ext cx="329184" cy="329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72200" y="1417320"/>
            <a:ext cx="51206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</a:rPr>
              <a:t>Categoria removida no Lighthouse 12 (maio de 2024)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66543"/>
            <a:ext cx="10607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" name="Picture 9" descr="LuCircleX_DC26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76272"/>
            <a:ext cx="329184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71600" y="2066543"/>
            <a:ext cx="42062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B2B2B"/>
                </a:solidFill>
              </a:rPr>
              <a:t>Sem service worker não instala</a:t>
            </a:r>
          </a:p>
        </p:txBody>
      </p:sp>
      <p:pic>
        <p:nvPicPr>
          <p:cNvPr id="12" name="Picture 11" descr="LuCircleCheck_16A3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176272"/>
            <a:ext cx="329184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2200" y="2066543"/>
            <a:ext cx="51206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</a:rPr>
              <a:t>Instala pelo menu desde o Chrome 108 e 112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715768"/>
            <a:ext cx="10607040" cy="548640"/>
          </a:xfrm>
          <a:prstGeom prst="roundRect">
            <a:avLst>
              <a:gd name="adj" fmla="val 13333"/>
            </a:avLst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Picture 14" descr="LuCircleX_DC26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25496"/>
            <a:ext cx="329184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71600" y="2715768"/>
            <a:ext cx="42062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B2B2B"/>
                </a:solidFill>
              </a:rPr>
              <a:t>PWA funciona offline</a:t>
            </a:r>
          </a:p>
        </p:txBody>
      </p:sp>
      <p:pic>
        <p:nvPicPr>
          <p:cNvPr id="17" name="Picture 16" descr="LuCircleCheck_16A3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825496"/>
            <a:ext cx="329184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72200" y="2715768"/>
            <a:ext cx="51206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</a:rPr>
              <a:t>Funciona offline o que o service worker foi programado para servir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364991"/>
            <a:ext cx="10607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" name="Picture 19" descr="LuCircleX_DC26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329184" cy="3291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71600" y="3364991"/>
            <a:ext cx="42062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B2B2B"/>
                </a:solidFill>
              </a:rPr>
              <a:t>Offline = cachear tudo</a:t>
            </a:r>
          </a:p>
        </p:txBody>
      </p:sp>
      <p:pic>
        <p:nvPicPr>
          <p:cNvPr id="22" name="Picture 21" descr="LuCircleCheck_16A3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3474720"/>
            <a:ext cx="329184" cy="3291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172200" y="3364991"/>
            <a:ext cx="51206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</a:rPr>
              <a:t>Num app de dados, é mostrar dado velho como novo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014215"/>
            <a:ext cx="10607040" cy="548640"/>
          </a:xfrm>
          <a:prstGeom prst="roundRect">
            <a:avLst>
              <a:gd name="adj" fmla="val 13333"/>
            </a:avLst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5" name="Picture 24" descr="LuCircleX_DC26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23944"/>
            <a:ext cx="329184" cy="3291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71600" y="4014215"/>
            <a:ext cx="42062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B2B2B"/>
                </a:solidFill>
              </a:rPr>
              <a:t>No iPhone não dá</a:t>
            </a:r>
          </a:p>
        </p:txBody>
      </p:sp>
      <p:pic>
        <p:nvPicPr>
          <p:cNvPr id="27" name="Picture 26" descr="LuCircleCheck_16A3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4123944"/>
            <a:ext cx="329184" cy="3291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172200" y="4014215"/>
            <a:ext cx="51206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</a:rPr>
              <a:t>Dá: Tela de Início, janela própria, service worker, push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663440"/>
            <a:ext cx="10607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0" name="Picture 29" descr="LuCircleX_DC26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773168"/>
            <a:ext cx="329184" cy="32918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71600" y="4663440"/>
            <a:ext cx="42062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B2B2B"/>
                </a:solidFill>
              </a:rPr>
              <a:t>any maskable resolve os dois</a:t>
            </a:r>
          </a:p>
        </p:txBody>
      </p:sp>
      <p:pic>
        <p:nvPicPr>
          <p:cNvPr id="32" name="Picture 31" descr="LuCircleCheck_16A3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4773168"/>
            <a:ext cx="329184" cy="3291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172200" y="4663440"/>
            <a:ext cx="51206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</a:rPr>
              <a:t>Um ícone não serve bem para os dois propósitos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312664"/>
            <a:ext cx="10607040" cy="548640"/>
          </a:xfrm>
          <a:prstGeom prst="roundRect">
            <a:avLst>
              <a:gd name="adj" fmla="val 13333"/>
            </a:avLst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5" name="Picture 34" descr="LuCircleX_DC26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422392"/>
            <a:ext cx="329184" cy="32918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71600" y="5312664"/>
            <a:ext cx="42062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B2B2B"/>
                </a:solidFill>
              </a:rPr>
              <a:t>Mudei o ícone, o app atualiza</a:t>
            </a:r>
          </a:p>
        </p:txBody>
      </p:sp>
      <p:pic>
        <p:nvPicPr>
          <p:cNvPr id="37" name="Picture 36" descr="LuCircleCheck_16A3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422392"/>
            <a:ext cx="329184" cy="32918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172200" y="5312664"/>
            <a:ext cx="51206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</a:rPr>
              <a:t>Só se o sw.js mudar — e a tela inicial pode levar dias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Quem é dono da página?</a:t>
            </a:r>
          </a:p>
        </p:txBody>
      </p:sp>
      <p:sp>
        <p:nvSpPr>
          <p:cNvPr id="3" name="Numero da secao"/>
          <p:cNvSpPr txBox="1"/>
          <p:nvPr/>
        </p:nvSpPr>
        <p:spPr>
          <a:xfrm>
            <a:off x="6949440" y="1417320"/>
            <a:ext cx="42062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0">
                <a:solidFill>
                  <a:srgbClr val="A8643E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Com frameworks, a página não é nossa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</a:rPr>
              <a:t>Num site feito à mão, escrevemos o </a:t>
            </a:r>
            <a:r>
              <a:rPr sz="16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&lt;head&gt;</a:t>
            </a:r>
            <a:r>
              <a:rPr sz="1600" b="0">
                <a:solidFill>
                  <a:srgbClr val="2B2B2B"/>
                </a:solidFill>
              </a:rPr>
              <a:t> e servimos o </a:t>
            </a:r>
            <a:r>
              <a:rPr sz="1600" b="0">
                <a:solidFill>
                  <a:srgbClr val="2B2B2B"/>
                </a:solidFill>
                <a:latin typeface="Consolas"/>
                <a:ea typeface="Consolas"/>
                <a:cs typeface="Consolas"/>
              </a:rPr>
              <a:t>sw.js</a:t>
            </a:r>
            <a:r>
              <a:rPr sz="1600" b="0">
                <a:solidFill>
                  <a:srgbClr val="2B2B2B"/>
                </a:solidFill>
              </a:rPr>
              <a:t> na raiz. Com Streamlit e Gradio, </a:t>
            </a:r>
            <a:r>
              <a:rPr sz="1600" b="1">
                <a:solidFill>
                  <a:srgbClr val="A8643E"/>
                </a:solidFill>
              </a:rPr>
              <a:t>o framework escreve a página</a:t>
            </a:r>
            <a:r>
              <a:rPr sz="1600" b="0">
                <a:solidFill>
                  <a:srgbClr val="2B2B2B"/>
                </a:solidFill>
              </a:rPr>
              <a:t> e decide quais endereços existem.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423160"/>
            <a:ext cx="3291840" cy="34747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" y="2606040"/>
            <a:ext cx="438912" cy="438912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pic>
        <p:nvPicPr>
          <p:cNvPr id="6" name="Picture 5" descr="LuFileCode_A864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260604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5840" y="3246120"/>
            <a:ext cx="288036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</a:rPr>
              <a:t>Consigo pôr o meu manifesto no &lt;head&gt; da página principal?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5257800"/>
            <a:ext cx="3236518" cy="292608"/>
          </a:xfrm>
          <a:prstGeom prst="roundRect">
            <a:avLst>
              <a:gd name="adj" fmla="val 50000"/>
            </a:avLst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100" b="1">
                <a:solidFill>
                  <a:srgbClr val="A8643E"/>
                </a:solidFill>
              </a:rPr>
              <a:t>regras do &lt;link rel="manifest"&gt;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423160"/>
            <a:ext cx="3291840" cy="34747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4572000" y="2606040"/>
            <a:ext cx="438912" cy="438912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pic>
        <p:nvPicPr>
          <p:cNvPr id="11" name="Picture 10" descr="LuFolder_A864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606040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3246120"/>
            <a:ext cx="288036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</a:rPr>
              <a:t>Consigo servir o sw.js num endereço cujo escopo cubra o app?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5257800"/>
            <a:ext cx="2567635" cy="292608"/>
          </a:xfrm>
          <a:prstGeom prst="roundRect">
            <a:avLst>
              <a:gd name="adj" fmla="val 50000"/>
            </a:avLst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100" b="1">
                <a:solidFill>
                  <a:srgbClr val="A8643E"/>
                </a:solidFill>
              </a:rPr>
              <a:t>escopo do service worker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2423160"/>
            <a:ext cx="3291840" cy="34747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8138160" y="2606040"/>
            <a:ext cx="438912" cy="438912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pic>
        <p:nvPicPr>
          <p:cNvPr id="16" name="Picture 15" descr="LuLayers_A864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880" y="2606040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38160" y="3246120"/>
            <a:ext cx="288036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</a:rPr>
              <a:t>A página principal é minha, ou de uma plataforma que embrulha o app num iframe?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5257800"/>
            <a:ext cx="3140963" cy="292608"/>
          </a:xfrm>
          <a:prstGeom prst="roundRect">
            <a:avLst>
              <a:gd name="adj" fmla="val 50000"/>
            </a:avLst>
          </a:prstGeom>
          <a:solidFill>
            <a:srgbClr val="F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100" b="1">
                <a:solidFill>
                  <a:srgbClr val="A8643E"/>
                </a:solidFill>
              </a:rPr>
              <a:t>manifesto em iframe é ignorado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737360" y="292608"/>
            <a:ext cx="8732520" cy="914400"/>
          </a:xfrm>
        </p:spPr>
        <p:txBody>
          <a:bodyPr anchor="ctr"/>
          <a:lstStyle/>
          <a:p>
            <a:pPr algn="ctr"/>
            <a:r>
              <a:t>Três caminhos para o mesmo PWA</a:t>
            </a:r>
          </a:p>
        </p:txBody>
      </p:sp>
      <p:pic>
        <p:nvPicPr>
          <p:cNvPr id="3" name="Picture 2" descr="09_tres_caminh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35495"/>
            <a:ext cx="10789920" cy="394128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7240" y="5440680"/>
            <a:ext cx="10607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5440680"/>
            <a:ext cx="1014984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</a:rPr>
              <a:t>O que muda é </a:t>
            </a:r>
            <a:r>
              <a:rPr sz="1500" b="1">
                <a:solidFill>
                  <a:srgbClr val="A8643E"/>
                </a:solidFill>
              </a:rPr>
              <a:t>quem é dono da página principal</a:t>
            </a:r>
            <a:r>
              <a:rPr sz="1500" b="0">
                <a:solidFill>
                  <a:srgbClr val="2B2B2B"/>
                </a:solidFill>
              </a:rPr>
              <a:t> — e, portanto, quem pode servir arquivos na raiz.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5477256" y="685800"/>
            <a:ext cx="5852160" cy="822960"/>
          </a:xfrm>
        </p:spPr>
        <p:txBody>
          <a:bodyPr/>
          <a:lstStyle/>
          <a:p>
            <a:r>
              <a:t>Para levar</a:t>
            </a:r>
          </a:p>
        </p:txBody>
      </p:sp>
      <p:sp>
        <p:nvSpPr>
          <p:cNvPr id="3" name="Oval 2"/>
          <p:cNvSpPr/>
          <p:nvPr/>
        </p:nvSpPr>
        <p:spPr>
          <a:xfrm>
            <a:off x="5477256" y="1728216"/>
            <a:ext cx="365760" cy="365760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9320" y="1691640"/>
            <a:ext cx="54864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</a:rPr>
              <a:t>PWA = site + HTTPS + manifesto + service worker</a:t>
            </a:r>
          </a:p>
        </p:txBody>
      </p:sp>
      <p:sp>
        <p:nvSpPr>
          <p:cNvPr id="5" name="Oval 4"/>
          <p:cNvSpPr/>
          <p:nvPr/>
        </p:nvSpPr>
        <p:spPr>
          <a:xfrm>
            <a:off x="5477256" y="2350008"/>
            <a:ext cx="365760" cy="365760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2313432"/>
            <a:ext cx="54864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</a:rPr>
              <a:t>Instalar não exige service worker; responder sem rede, sim</a:t>
            </a:r>
          </a:p>
        </p:txBody>
      </p:sp>
      <p:sp>
        <p:nvSpPr>
          <p:cNvPr id="7" name="Oval 6"/>
          <p:cNvSpPr/>
          <p:nvPr/>
        </p:nvSpPr>
        <p:spPr>
          <a:xfrm>
            <a:off x="5477256" y="2971800"/>
            <a:ext cx="365760" cy="365760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2935224"/>
            <a:ext cx="54864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</a:rPr>
              <a:t>Endereços do manifesto partem do manifesto</a:t>
            </a:r>
          </a:p>
        </p:txBody>
      </p:sp>
      <p:sp>
        <p:nvSpPr>
          <p:cNvPr id="9" name="Oval 8"/>
          <p:cNvSpPr/>
          <p:nvPr/>
        </p:nvSpPr>
        <p:spPr>
          <a:xfrm>
            <a:off x="5477256" y="3593592"/>
            <a:ext cx="365760" cy="365760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557016"/>
            <a:ext cx="54864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</a:rPr>
              <a:t>O service worker só controla a pasta de onde é servido</a:t>
            </a:r>
          </a:p>
        </p:txBody>
      </p:sp>
      <p:sp>
        <p:nvSpPr>
          <p:cNvPr id="11" name="Oval 10"/>
          <p:cNvSpPr/>
          <p:nvPr/>
        </p:nvSpPr>
        <p:spPr>
          <a:xfrm>
            <a:off x="5477256" y="4215384"/>
            <a:ext cx="365760" cy="365760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4178808"/>
            <a:ext cx="54864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</a:rPr>
              <a:t>A primeira visita não é controlada; a versão nova espera</a:t>
            </a:r>
          </a:p>
        </p:txBody>
      </p:sp>
      <p:sp>
        <p:nvSpPr>
          <p:cNvPr id="13" name="Oval 12"/>
          <p:cNvSpPr/>
          <p:nvPr/>
        </p:nvSpPr>
        <p:spPr>
          <a:xfrm>
            <a:off x="5477256" y="4837176"/>
            <a:ext cx="365760" cy="365760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4800600"/>
            <a:ext cx="54864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</a:rPr>
              <a:t>App de dados: navegação pela rede, offline honesto, API nunca em cache</a:t>
            </a:r>
          </a:p>
        </p:txBody>
      </p:sp>
      <p:sp>
        <p:nvSpPr>
          <p:cNvPr id="15" name="Oval 14"/>
          <p:cNvSpPr/>
          <p:nvPr/>
        </p:nvSpPr>
        <p:spPr>
          <a:xfrm>
            <a:off x="5477256" y="5458968"/>
            <a:ext cx="365760" cy="365760"/>
          </a:xfrm>
          <a:prstGeom prst="ellipse">
            <a:avLst/>
          </a:prstGeom>
          <a:solidFill>
            <a:srgbClr val="A86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5422392"/>
            <a:ext cx="54864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</a:rPr>
              <a:t>O que dá para fazer depende de quem é dono da página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Parte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70248" y="3236976"/>
            <a:ext cx="4178808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A8643E"/>
                </a:solidFill>
              </a:rPr>
              <a:t>O laboratório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</a:rPr>
              <a:t>Um PWA mínimo, linha a linha — e cada conceito desta parte acontecendo no console.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ha únic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29_TF56180624_Win32" id="{A41EDDBB-5953-4360-9427-46649C724676}" vid="{A01FACCB-45ED-4159-A2A7-476D33FAEB2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vendas clara e minimalista</Template>
  <TotalTime>537</TotalTime>
  <Words>5312</Words>
  <Application>Microsoft Office PowerPoint</Application>
  <PresentationFormat>Widescreen</PresentationFormat>
  <Paragraphs>626</Paragraphs>
  <Slides>54</Slides>
  <Notes>54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54</vt:i4>
      </vt:variant>
    </vt:vector>
  </HeadingPairs>
  <TitlesOfParts>
    <vt:vector size="59" baseType="lpstr">
      <vt:lpstr>Arial</vt:lpstr>
      <vt:lpstr>Calibri</vt:lpstr>
      <vt:lpstr>Consolas</vt:lpstr>
      <vt:lpstr>Tenorite</vt:lpstr>
      <vt:lpstr>Linha única</vt:lpstr>
      <vt:lpstr>Mobile: PWA</vt:lpstr>
      <vt:lpstr>O app mora no navegador</vt:lpstr>
      <vt:lpstr>O caminho até o painel, hoje</vt:lpstr>
      <vt:lpstr>As saídas tradicionais custam caro</vt:lpstr>
      <vt:lpstr>Do site ao app nativo</vt:lpstr>
      <vt:lpstr>O que é um PWA</vt:lpstr>
      <vt:lpstr>Um site comum com três acréscimos</vt:lpstr>
      <vt:lpstr>O que ganha — e o que não ganha</vt:lpstr>
      <vt:lpstr>HTTPS e o contexto seguro</vt:lpstr>
      <vt:lpstr>Contexto seguro</vt:lpstr>
      <vt:lpstr>Por que tanto rigor?</vt:lpstr>
      <vt:lpstr>Na prática, para nós</vt:lpstr>
      <vt:lpstr>Quando o navegador instala</vt:lpstr>
      <vt:lpstr>Os critérios do Chrome</vt:lpstr>
      <vt:lpstr>Dois mal-entendidos</vt:lpstr>
      <vt:lpstr>iPhone e iPad: Safari no iOS 26</vt:lpstr>
      <vt:lpstr>Como cada plataforma instala</vt:lpstr>
      <vt:lpstr>O manifesto em profundidade</vt:lpstr>
      <vt:lpstr>Onde mora o link do manifesto</vt:lpstr>
      <vt:lpstr>O manifesto do Forzy</vt:lpstr>
      <vt:lpstr>Os campos: identidade</vt:lpstr>
      <vt:lpstr>Os campos: navegação e aparência</vt:lpstr>
      <vt:lpstr>Endereços partem do manifesto</vt:lpstr>
      <vt:lpstr>Os modos de exibição (display)</vt:lpstr>
      <vt:lpstr>Ícones: any × maskable</vt:lpstr>
      <vt:lpstr>Cores e modo escuro</vt:lpstr>
      <vt:lpstr>Atalhos (shortcuts)</vt:lpstr>
      <vt:lpstr>O service worker em profundidade</vt:lpstr>
      <vt:lpstr>Um proxy dentro do navegador</vt:lpstr>
      <vt:lpstr>Como ele vive</vt:lpstr>
      <vt:lpstr>O evento fetch: três escolhas</vt:lpstr>
      <vt:lpstr>respondWith × waitUntil</vt:lpstr>
      <vt:lpstr>Escopo: quais páginas ele controla</vt:lpstr>
      <vt:lpstr>O ciclo de vida</vt:lpstr>
      <vt:lpstr>Por que a versão nova espera</vt:lpstr>
      <vt:lpstr>A primeira visita não é controlada</vt:lpstr>
      <vt:lpstr>Como uma versão nova chega</vt:lpstr>
      <vt:lpstr>Atualizando: a versão nova espera</vt:lpstr>
      <vt:lpstr>Cache API × cache HTTP</vt:lpstr>
      <vt:lpstr>A Cache API em seis métodos</vt:lpstr>
      <vt:lpstr>As cinco estratégias de cache</vt:lpstr>
      <vt:lpstr>Cache primeiro e rede primeiro</vt:lpstr>
      <vt:lpstr>SWR, só rede e só cache</vt:lpstr>
      <vt:lpstr>Dado errado com cara de dado certo</vt:lpstr>
      <vt:lpstr>A regra do Forzy</vt:lpstr>
      <vt:lpstr>Transparência</vt:lpstr>
      <vt:lpstr>Plataformas e mitos</vt:lpstr>
      <vt:lpstr>Android × iOS</vt:lpstr>
      <vt:lpstr>Mitos que ainda circulam</vt:lpstr>
      <vt:lpstr>Quem é dono da página?</vt:lpstr>
      <vt:lpstr>Com frameworks, a página não é nossa</vt:lpstr>
      <vt:lpstr>Três caminhos para o mesmo PWA</vt:lpstr>
      <vt:lpstr>Para levar</vt:lpstr>
      <vt:lpstr>Parte 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Rios</dc:creator>
  <cp:lastModifiedBy>Lucas Tadeu Cunha Rios</cp:lastModifiedBy>
  <cp:revision>39</cp:revision>
  <dcterms:created xsi:type="dcterms:W3CDTF">2026-02-08T14:58:32Z</dcterms:created>
  <dcterms:modified xsi:type="dcterms:W3CDTF">2026-10-23T22:35:46Z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