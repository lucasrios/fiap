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Deploy Gratuito: Hugging Face Spaces e Streamlit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Colocar o projeto no ar em plataformas gratuitas, sem servidor. Entender limitações de cada opção, quando usar cada uma, e preparar o repositório para deploy automático.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Três opções gratuitas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Streamlit Community Cloud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Apps Streamlit puros — sem FastAPI, sem Docker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Hugging Face Spaces (Gradio)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 casa natural do Gradio; hiberna após inatividade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HF Spaces (Docker)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Qualquer app containerizado; CPU limitada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Community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Pré-requisitos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Repositório GitHub público, app.py e requirements.txt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Conecta o GitHub, escolhe branch e arquivo — clica em Deploy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Limitação principal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Não roda FastAPI — back-end precisa de outra plataforma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Hugging Face Spaces — Gradio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README com metadados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Bloco --- no topo configura sdk, cor e app_file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Deploy via git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git push no repositório do Space — deploy automático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Secrets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Configurados em Settings → Repository secrets, lidos via os.environ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HF Spaces com Docker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Quando usar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Projetos com front e back separados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único container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FastAPI em background, Streamlit em foreground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Limitação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Tier gratuito só tem um container — não é arquitetura de produção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Preparando o repositório para deploy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Checklist de segredos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grep por API_KEY, sk-ant, localhost antes de publicar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Variáveis de ambiente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os.environ.get, nunca chave hardcoded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.gitignore mínimo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.env, secrets.toml, __pycache__, venv/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Erros comuns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ModuleNotFoundError, KeyError de secret não configurado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Community Cloud</a:t>
            </a:r>
          </a:p>
          <a:p>
            <a:r>
              <a:t>streamlit.io/cloud</a:t>
            </a:r>
          </a:p>
          <a:p>
            <a:r>
              <a:t>Hugging Face Spaces</a:t>
            </a:r>
          </a:p>
          <a:p>
            <a:r>
              <a:t>huggingface.co/docs/hub/spaces</a:t>
            </a:r>
          </a:p>
          <a:p>
            <a:r>
              <a:t>HF Spaces — Docker</a:t>
            </a:r>
          </a:p>
          <a:p>
            <a:r>
              <a:t>huggingface.co/docs/hub/spaces-sdks-docker</a:t>
            </a:r>
          </a:p>
          <a:p>
            <a:r>
              <a:t>Render — Deploy FastAPI grátis</a:t>
            </a:r>
          </a:p>
          <a:p>
            <a:r>
              <a:t>render.com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Deploy AWS — EC2 e Decisão de Arquitetura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