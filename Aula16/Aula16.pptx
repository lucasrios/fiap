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Observabilidade: A IA como Caixa Preta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Entender o que acontece depois que o usuário clica "Enviar" e por que essa camada invisível importa para o front-end. Introduzir o LangSmith como observabilidade de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 que você não vê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sintoma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Usuários reclamam que a IA "às vezes retorna respostas sem sentido"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logs mostram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200 OK. Nenhum erro. O app não quebra.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 caixa preta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Entre o clique e a resposta existe um pipeline opaco a iluminar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Observabilidade vs. logging tradicional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Logging tradicional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Eventos do sistema, linha de log, sem tokens nem latência por etapa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Observabilidade de IA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Trace completo do pipeline: entrada, saída, tokens, custo, latência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Ferramentas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LangSmith, Arize Phoenix, Weights &amp; Biases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vale capturar em 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Entrada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Texto original, prompt completo, idioma detectado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Execução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Modelo usado, latência por etapa, tokens, custo estimado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Saída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Resposta bruta e processada, se houve fallback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Usuário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Sessão, feedback like/dislike, se repetiu a pergunta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isso é assunto de front-end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 front-end sabe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Quanto tempo o usuário leu a resposta, se deu feedback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front-end controla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O session_id e os metadados enviados em cada chamada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Headers de contexto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X-Session-Id, X-App-Version, X-Feature enriquecem o trace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 ao LangSmith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que 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Ferramenta de observabilidade da equipe do LangChain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Ponto-chave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Não precisa usar LangChain para usar LangSmith — funciona com qualquer SDK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Configuração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3 variáveis de ambiente: API_KEY, TRACING_V2,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dashboard revela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Traces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Cada chamada como uma linha do tempo — o que entrou, o que saiu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Projects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Agrupa traces por projeto; compara versões do mesmo pipeline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Feedback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Like/dislike do front vira dataset de avaliação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LangSmith — Documentação</a:t>
            </a:r>
          </a:p>
          <a:p>
            <a:r>
              <a:t>docs.smith.langchain.com</a:t>
            </a:r>
          </a:p>
          <a:p>
            <a:r>
              <a:t>Arize Phoenix</a:t>
            </a:r>
          </a:p>
          <a:p>
            <a:r>
              <a:t>phoenix.arize.com</a:t>
            </a:r>
          </a:p>
          <a:p>
            <a:r>
              <a:t>Designing Machine Learning Systems — Chip Huyen</a:t>
            </a:r>
          </a:p>
          <a:p>
            <a:r>
              <a:t>oreilly.com</a:t>
            </a:r>
          </a:p>
          <a:p>
            <a:r>
              <a:t>OpenTelemetry para IA</a:t>
            </a:r>
          </a:p>
          <a:p>
            <a:r>
              <a:t>opentelemetry.io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Observabilidade — Instrumentando o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