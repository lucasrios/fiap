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6" r:id="rId6"/>
    <p:sldId id="270" r:id="rId7"/>
    <p:sldId id="278" r:id="rId8"/>
    <p:sldId id="306" r:id="rId9"/>
    <p:sldId id="307" r:id="rId10"/>
    <p:sldId id="262" r:id="rId11"/>
    <p:sldId id="276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548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13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11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A1D7-66F6-4FA6-D7D7-E84E2E0D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AAF718-207A-AC03-8D22-DA9F891B1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7E2B83-D860-9951-84AD-072C4CE9F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692143-7A7A-7EA4-D11C-7C337D43F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416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17CC-553B-7EB9-BFFE-09B78481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F4C62D-02DB-3EDE-8E93-27596B408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BCC394-54A0-6E02-6FF5-18EBEA80C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A2FF8F-DBDC-578F-2F12-E0380E3F0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491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336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t-BR" dirty="0"/>
              <a:t>AI UX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pt-BR" dirty="0"/>
              <a:t>UX Tradicional / UX para 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t"/>
          <a:lstStyle/>
          <a:p>
            <a:r>
              <a:rPr lang="pt-BR" dirty="0"/>
              <a:t>resultados determinísticos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O usuário envia um comando e recebe um resultado previsível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resultados probabilísticos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/>
          <a:p>
            <a:r>
              <a:rPr lang="pt-BR" dirty="0"/>
              <a:t>Respostas são probabilísticas, sujeitas a incertezas, vieses e eventual latência de processamento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Pilares da </a:t>
            </a:r>
            <a:r>
              <a:rPr lang="pt-BR" dirty="0" err="1"/>
              <a:t>ux</a:t>
            </a:r>
            <a:r>
              <a:rPr lang="pt-BR" dirty="0"/>
              <a:t> para 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/>
              <a:t>Transparência e </a:t>
            </a:r>
            <a:r>
              <a:rPr lang="pt-BR" dirty="0" err="1"/>
              <a:t>Explainability</a:t>
            </a:r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 lnSpcReduction="10000"/>
          </a:bodyPr>
          <a:lstStyle/>
          <a:p>
            <a:r>
              <a:rPr lang="pt-BR" dirty="0"/>
              <a:t>Gestão de Expectativa e Incerteza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 lnSpcReduction="10000"/>
          </a:bodyPr>
          <a:lstStyle/>
          <a:p>
            <a:r>
              <a:rPr lang="pt-BR" dirty="0"/>
              <a:t>Design para Latência e Feedback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898020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Transparência e </a:t>
            </a:r>
            <a:r>
              <a:rPr lang="pt-BR" dirty="0" err="1"/>
              <a:t>Explainability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Mostrar </a:t>
            </a:r>
            <a:r>
              <a:rPr lang="pt-BR" b="1" dirty="0"/>
              <a:t>o que</a:t>
            </a:r>
            <a:r>
              <a:rPr lang="pt-BR" dirty="0"/>
              <a:t> a IA está fazendo</a:t>
            </a:r>
            <a:endParaRPr lang="pt-BR" noProof="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r>
              <a:rPr lang="pt-BR" dirty="0"/>
              <a:t>Status passo a passo ("Analisando pixels…", "Classificando padrões…")</a:t>
            </a:r>
            <a:endParaRPr lang="pt-BR" noProof="1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Mostrar </a:t>
            </a:r>
            <a:r>
              <a:rPr lang="pt-BR" b="1" dirty="0"/>
              <a:t>quão confiante</a:t>
            </a:r>
            <a:r>
              <a:rPr lang="pt-BR" dirty="0"/>
              <a:t> ela está no resultado</a:t>
            </a:r>
            <a:endParaRPr lang="pt-BR" noProof="1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4198664"/>
            <a:ext cx="5431971" cy="557950"/>
          </a:xfrm>
        </p:spPr>
        <p:txBody>
          <a:bodyPr rtlCol="0">
            <a:normAutofit/>
          </a:bodyPr>
          <a:lstStyle/>
          <a:p>
            <a:r>
              <a:rPr lang="pt-BR" dirty="0"/>
              <a:t>Métricas de confiança</a:t>
            </a:r>
            <a:endParaRPr lang="pt-BR" noProof="1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1211" y="4800376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/>
              <a:t>preferir linguagem humana</a:t>
            </a:r>
            <a:endParaRPr lang="pt-BR" noProof="1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39650" y="5125285"/>
            <a:ext cx="5431971" cy="557950"/>
          </a:xfrm>
        </p:spPr>
        <p:txBody>
          <a:bodyPr rtlCol="0">
            <a:normAutofit/>
          </a:bodyPr>
          <a:lstStyle/>
          <a:p>
            <a:r>
              <a:rPr lang="pt-BR" dirty="0" err="1"/>
              <a:t>Labels</a:t>
            </a:r>
            <a:r>
              <a:rPr lang="pt-BR" dirty="0"/>
              <a:t> claros como "Resultado estimado" e "Probabilidade"</a:t>
            </a:r>
            <a:endParaRPr lang="pt-BR" noProof="1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D6E68-03A0-0E58-F400-040B0E39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D46E-9867-8F29-EAC4-32FA0920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8" y="1152771"/>
            <a:ext cx="627183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Gestão de Expectativa e Incerteza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A5428F3-ECD6-EB90-2E7B-9B7336508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Diferenciar faixas de confiança</a:t>
            </a:r>
            <a:endParaRPr lang="pt-BR" noProof="1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AF06037-4218-E4DB-4DC2-1D28A849E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39"/>
            <a:ext cx="5431971" cy="770371"/>
          </a:xfrm>
        </p:spPr>
        <p:txBody>
          <a:bodyPr rtlCol="0">
            <a:normAutofit/>
          </a:bodyPr>
          <a:lstStyle/>
          <a:p>
            <a:r>
              <a:rPr lang="pt-BR" dirty="0"/>
              <a:t>Alta Confiança &gt; 85%</a:t>
            </a:r>
            <a:br>
              <a:rPr lang="pt-BR" dirty="0"/>
            </a:br>
            <a:r>
              <a:rPr lang="pt-BR" dirty="0"/>
              <a:t>Média Confiança 60 – 85%</a:t>
            </a:r>
            <a:br>
              <a:rPr lang="pt-BR" dirty="0"/>
            </a:br>
            <a:r>
              <a:rPr lang="pt-BR" dirty="0"/>
              <a:t>Baixa confiança &lt; 60%</a:t>
            </a:r>
            <a:endParaRPr lang="pt-BR" noProof="1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5BD1594-9AED-D163-72E3-8D92112328B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39650" y="3696157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Comunicar risco visual e textualmente</a:t>
            </a:r>
            <a:endParaRPr lang="pt-BR" noProof="1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EF01350A-2425-66E6-ADB8-BAF98390925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4328576"/>
            <a:ext cx="5431971" cy="557950"/>
          </a:xfrm>
        </p:spPr>
        <p:txBody>
          <a:bodyPr rtlCol="0">
            <a:normAutofit/>
          </a:bodyPr>
          <a:lstStyle/>
          <a:p>
            <a:r>
              <a:rPr lang="pt-BR" dirty="0" err="1"/>
              <a:t>Gauge</a:t>
            </a:r>
            <a:r>
              <a:rPr lang="pt-BR" dirty="0"/>
              <a:t>, gráficos e textos em destaque sobre o principal resultado do contexto</a:t>
            </a:r>
            <a:endParaRPr lang="pt-BR" noProof="1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803E839E-4856-8FF0-2941-6A30182FD0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1211" y="50391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/>
              <a:t>Never </a:t>
            </a:r>
            <a:r>
              <a:rPr lang="pt-BR" dirty="0" err="1"/>
              <a:t>overpromise</a:t>
            </a:r>
            <a:endParaRPr lang="pt-BR" noProof="1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A0773E-7AD2-7FE1-6127-265495C3927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39650" y="5349569"/>
            <a:ext cx="5431971" cy="557950"/>
          </a:xfrm>
        </p:spPr>
        <p:txBody>
          <a:bodyPr rtlCol="0">
            <a:normAutofit/>
          </a:bodyPr>
          <a:lstStyle/>
          <a:p>
            <a:r>
              <a:rPr lang="pt-BR" dirty="0"/>
              <a:t>Nunca prometer mais do que o modelo pode entregar</a:t>
            </a:r>
            <a:endParaRPr lang="pt-BR" noProof="1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A77E35A-32D6-551C-DD60-43AF5EB65A1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950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5A45-4D70-AEC7-755B-A11C379D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FBA50-1C44-7FBF-28C2-6BF0F5CD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8" y="1152771"/>
            <a:ext cx="627183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Design para Latência e Feedback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CE0A877-EE95-3C90-D860-5F121B6E2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Usuários esperam se entenderem o que está acontecendo</a:t>
            </a:r>
            <a:endParaRPr lang="pt-BR" noProof="1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7ACD852-BEE2-AAD9-9862-DD2481AB56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201977"/>
            <a:ext cx="5431971" cy="3519498"/>
          </a:xfrm>
        </p:spPr>
        <p:txBody>
          <a:bodyPr rtlCol="0">
            <a:normAutofit/>
          </a:bodyPr>
          <a:lstStyle/>
          <a:p>
            <a:r>
              <a:rPr lang="pt-BR" dirty="0" err="1"/>
              <a:t>Skeleton</a:t>
            </a:r>
            <a:r>
              <a:rPr lang="pt-BR" dirty="0"/>
              <a:t> </a:t>
            </a:r>
            <a:r>
              <a:rPr lang="pt-BR" dirty="0" err="1"/>
              <a:t>loading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Spinners</a:t>
            </a:r>
            <a:r>
              <a:rPr lang="pt-BR" dirty="0"/>
              <a:t> contextuais</a:t>
            </a:r>
          </a:p>
          <a:p>
            <a:endParaRPr lang="pt-BR" dirty="0"/>
          </a:p>
          <a:p>
            <a:r>
              <a:rPr lang="pt-BR" dirty="0"/>
              <a:t>Barras de progresso</a:t>
            </a:r>
          </a:p>
          <a:p>
            <a:endParaRPr lang="pt-BR" noProof="1"/>
          </a:p>
          <a:p>
            <a:r>
              <a:rPr lang="pt-BR" dirty="0"/>
              <a:t>Mensagens intermediárias</a:t>
            </a:r>
            <a:endParaRPr lang="pt-BR" noProof="1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81ECACF-95B9-C033-2174-654280B2730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091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pt-BR" dirty="0"/>
              <a:t>Human-in-the-loop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/>
              <a:t>PERMITE CORREÇÃO DE ERROS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4661" y="2563123"/>
            <a:ext cx="4869139" cy="507225"/>
          </a:xfrm>
        </p:spPr>
        <p:txBody>
          <a:bodyPr rtlCol="0">
            <a:normAutofit fontScale="92500"/>
          </a:bodyPr>
          <a:lstStyle/>
          <a:p>
            <a:r>
              <a:rPr lang="pt-BR" dirty="0"/>
              <a:t>GERA DADOS PARA RE-TREINAMENTO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4043" y="3787653"/>
            <a:ext cx="4031945" cy="365125"/>
          </a:xfrm>
        </p:spPr>
        <p:txBody>
          <a:bodyPr rtlCol="0">
            <a:noAutofit/>
          </a:bodyPr>
          <a:lstStyle/>
          <a:p>
            <a:r>
              <a:rPr lang="pt-BR" dirty="0"/>
              <a:t>AUMENTA CONFIANÇA DO USUÁRIO</a:t>
            </a:r>
          </a:p>
        </p:txBody>
      </p:sp>
      <p:sp>
        <p:nvSpPr>
          <p:cNvPr id="82" name="Espaço Reservado para o Número do Slide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7BC7E09-88A0-69DC-184B-D9AD5A9EE5A4}"/>
              </a:ext>
            </a:extLst>
          </p:cNvPr>
          <p:cNvSpPr txBox="1"/>
          <p:nvPr/>
        </p:nvSpPr>
        <p:spPr>
          <a:xfrm>
            <a:off x="4697348" y="5012183"/>
            <a:ext cx="24053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dirty="0"/>
              <a:t>👍 | 👎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242</TotalTime>
  <Words>212</Words>
  <Application>Microsoft Office PowerPoint</Application>
  <PresentationFormat>Widescreen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Linha única</vt:lpstr>
      <vt:lpstr>AI UX Design</vt:lpstr>
      <vt:lpstr>UX Tradicional / UX para IA</vt:lpstr>
      <vt:lpstr>Pilares da ux para ia</vt:lpstr>
      <vt:lpstr>Transparência e Explainability</vt:lpstr>
      <vt:lpstr>Gestão de Expectativa e Incerteza</vt:lpstr>
      <vt:lpstr>Design para Latência e Feedback</vt:lpstr>
      <vt:lpstr>Human-in-the-loop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3</cp:revision>
  <dcterms:created xsi:type="dcterms:W3CDTF">2026-02-08T14:58:32Z</dcterms:created>
  <dcterms:modified xsi:type="dcterms:W3CDTF">2026-02-08T19:56:12Z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