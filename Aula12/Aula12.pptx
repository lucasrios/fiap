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  <p:sldId id="266" r:id="rId11"/>
    <p:sldId id="267" r:id="rId1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FastAPI: Do Python Simples ao Backend de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Entender por que um script Python puro não escala como produto, criar os primeiros endpoints com FastAPI e conectar com a arquitetura modular da Aula 06 do semestre anterior.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 do script isolado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Dois times, dois front-ends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Time A quer dashboard Streamlit, time B quer app mobile.</a:t>
            </a:r>
          </a:p>
          <a:p>
            <a:r>
              <a:t>Se a IA está acoplada ao Streamlit, o time B reescreve tudo.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 independente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O modelo precisa de GPU; a interface precisa de resposta rápida.</a:t>
            </a:r>
          </a:p>
          <a:p>
            <a:r>
              <a:t>No mesmo processo, você escala os dois juntos — caro e ineficiente.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Streamlit chamando Streamlit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Não é uma API: sem contrato, versionamento ou autenticação.</a:t>
            </a:r>
          </a:p>
          <a:p>
            <a:r>
              <a:t>Dois scripts conversando de forma frágil.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FastAPI, e não Flask ou Django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Validação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Automática via Pydantic — Flask e Django exigem validação manual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Documentação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Gerada do código: Swagger + ReDoc, sem escrever nada a mais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Performance &amp; adoção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Async nativo; é a escolha dominante em produtos de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servidor mais simples possível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Instalação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pip install fastapi uvicorn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Rodar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uvicorn main:app --reload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Documentação automática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/docs abre o Swagger UI — testa endpoints sem front pronto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Pydantic — a validação que vem de graça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Modelo de entrada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BaseModel com type hints define o formato esperado do corpo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Modelo de saída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response_model garante o formato da resposta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Erro automático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Dado fora do formato retorna 422 com detalhe, sem código extra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provider vira uma rota (conexão com a Aula 06)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(Semestre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provider.py chamava o modelo direto dentro do Streamlit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 (Semestre 2)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O mesmo código vira uma rota @app.post — acessível via HTTP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Ganho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Qualquer cliente (Streamlit, Gradio, mobile) chama /v1/classificar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Parâmetros de URL e query string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Obrigatório, faz parte da URL: /v1/analise/{analise_id}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Query string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Opcional, após o ?: /v1/historico?pagina=2&amp;tamanho=5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Corpo (body)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Dados complexos validados por um modelo Pydantic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de projeto FastAPI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main.py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Ponto de entrada — cria o app, inclui os routers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routers/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Um arquivo por grupo de endpoints (analise.py, historico.py)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models/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Modelos Pydantic de entrada e saída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providers/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A mesma lógica que estava no Streamlit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Rodando front e back juntos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Terminal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uvicorn main:app --reload --port 8000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Terminal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streamlit run app.py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O que acontece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Streamlit na porta 8501 chama o FastAPI na porta 8000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— Documentação Oficial</a:t>
            </a:r>
          </a:p>
          <a:p>
            <a:r>
              <a:t>fastapi.tiangolo.com</a:t>
            </a:r>
          </a:p>
          <a:p>
            <a:r>
              <a:t>Pydantic</a:t>
            </a:r>
          </a:p>
          <a:p>
            <a:r>
              <a:t>docs.pydantic.dev</a:t>
            </a:r>
          </a:p>
          <a:p>
            <a:r>
              <a:t>Uvicorn</a:t>
            </a:r>
          </a:p>
          <a:p>
            <a:r>
              <a:t>www.uvicorn.org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Consumindo a API no Front com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